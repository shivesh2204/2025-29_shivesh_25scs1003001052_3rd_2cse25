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784" r:id="rId1"/>
  </p:sldMasterIdLst>
  <p:sldIdLst>
    <p:sldId id="256" r:id="rId2"/>
    <p:sldId id="257" r:id="rId3"/>
    <p:sldId id="258" r:id="rId4"/>
    <p:sldId id="259" r:id="rId5"/>
    <p:sldId id="260" r:id="rId6"/>
    <p:sldId id="261" r:id="rId7"/>
    <p:sldId id="262" r:id="rId8"/>
    <p:sldId id="263" r:id="rId9"/>
    <p:sldId id="264" r:id="rId10"/>
    <p:sldId id="265" r:id="rId11"/>
  </p:sldIdLst>
  <p:sldSz cx="18288000" cy="10287000"/>
  <p:notesSz cx="6858000" cy="9144000"/>
  <p:embeddedFontLst>
    <p:embeddedFont>
      <p:font typeface="Arial Nova Light" panose="020B0304020202020204" pitchFamily="34" charset="0"/>
      <p:regular r:id="rId12"/>
    </p:embeddedFont>
    <p:embeddedFont>
      <p:font typeface="Lora" pitchFamily="2" charset="0"/>
      <p:regular r:id="rId13"/>
    </p:embeddedFont>
    <p:embeddedFont>
      <p:font typeface="Lora Bold" charset="0"/>
      <p:regular r:id="rId14"/>
    </p:embeddedFont>
    <p:embeddedFont>
      <p:font typeface="Source Sans 3" panose="020B0604020202020204" charset="0"/>
      <p:regular r:id="rId15"/>
    </p:embeddedFont>
    <p:embeddedFont>
      <p:font typeface="Source Sans 3 Bold" panose="020B0604020202020204" charset="0"/>
      <p:regular r:id="rId16"/>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autoAdjust="0"/>
    <p:restoredTop sz="94622" autoAdjust="0"/>
  </p:normalViewPr>
  <p:slideViewPr>
    <p:cSldViewPr>
      <p:cViewPr>
        <p:scale>
          <a:sx n="50" d="100"/>
          <a:sy n="50" d="100"/>
        </p:scale>
        <p:origin x="946" y="254"/>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font" Target="fonts/font2.fntdata"/><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font" Target="fonts/font1.fntdata"/><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font" Target="fonts/font5.fntdata"/><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font" Target="fonts/font4.fntdata"/><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font" Target="fonts/font3.fntdata"/></Relationship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p:cSld name="Title with Picture">
    <p:bg>
      <p:bgPr>
        <a:solidFill>
          <a:schemeClr val="bg2"/>
        </a:solidFill>
        <a:effectLst/>
      </p:bgPr>
    </p:bg>
    <p:spTree>
      <p:nvGrpSpPr>
        <p:cNvPr id="1" name=""/>
        <p:cNvGrpSpPr/>
        <p:nvPr/>
      </p:nvGrpSpPr>
      <p:grpSpPr>
        <a:xfrm>
          <a:off x="0" y="0"/>
          <a:ext cx="0" cy="0"/>
          <a:chOff x="0" y="0"/>
          <a:chExt cx="0" cy="0"/>
        </a:xfrm>
      </p:grpSpPr>
      <p:sp>
        <p:nvSpPr>
          <p:cNvPr id="9" name="Picture Placeholder 8">
            <a:extLst>
              <a:ext uri="{FF2B5EF4-FFF2-40B4-BE49-F238E27FC236}">
                <a16:creationId xmlns:a16="http://schemas.microsoft.com/office/drawing/2014/main" id="{37C87932-7DAB-7F93-5E51-7AEEA5AC7FEA}"/>
              </a:ext>
            </a:extLst>
          </p:cNvPr>
          <p:cNvSpPr>
            <a:spLocks noGrp="1"/>
          </p:cNvSpPr>
          <p:nvPr>
            <p:ph type="pic" sz="quarter" idx="13" hasCustomPrompt="1"/>
          </p:nvPr>
        </p:nvSpPr>
        <p:spPr>
          <a:xfrm>
            <a:off x="10184" y="-2"/>
            <a:ext cx="18288002" cy="10287000"/>
          </a:xfrm>
          <a:blipFill>
            <a:blip r:embed="rId2">
              <a:alphaModFix amt="70000"/>
            </a:blip>
            <a:stretch>
              <a:fillRect/>
            </a:stretch>
          </a:blipFill>
        </p:spPr>
        <p:txBody>
          <a:bodyPr/>
          <a:lstStyle>
            <a:lvl1pPr>
              <a:defRPr/>
            </a:lvl1pPr>
          </a:lstStyle>
          <a:p>
            <a:r>
              <a:rPr lang="en-US" dirty="0"/>
              <a:t>   </a:t>
            </a:r>
          </a:p>
        </p:txBody>
      </p:sp>
      <p:sp>
        <p:nvSpPr>
          <p:cNvPr id="6" name="Title 5">
            <a:extLst>
              <a:ext uri="{FF2B5EF4-FFF2-40B4-BE49-F238E27FC236}">
                <a16:creationId xmlns:a16="http://schemas.microsoft.com/office/drawing/2014/main" id="{F7DA815B-BFAB-3E8D-D7E1-E7F9DE0A7703}"/>
              </a:ext>
            </a:extLst>
          </p:cNvPr>
          <p:cNvSpPr>
            <a:spLocks noGrp="1"/>
          </p:cNvSpPr>
          <p:nvPr>
            <p:ph type="title"/>
          </p:nvPr>
        </p:nvSpPr>
        <p:spPr>
          <a:xfrm>
            <a:off x="0" y="-1"/>
            <a:ext cx="9144000" cy="10286999"/>
          </a:xfrm>
          <a:gradFill>
            <a:gsLst>
              <a:gs pos="86000">
                <a:schemeClr val="accent4">
                  <a:lumMod val="50000"/>
                  <a:alpha val="95000"/>
                </a:schemeClr>
              </a:gs>
              <a:gs pos="100000">
                <a:schemeClr val="bg2">
                  <a:alpha val="90000"/>
                </a:schemeClr>
              </a:gs>
              <a:gs pos="42000">
                <a:srgbClr val="161824">
                  <a:alpha val="20000"/>
                </a:srgbClr>
              </a:gs>
              <a:gs pos="18000">
                <a:schemeClr val="bg2">
                  <a:lumMod val="90000"/>
                  <a:lumOff val="10000"/>
                  <a:alpha val="0"/>
                </a:schemeClr>
              </a:gs>
            </a:gsLst>
            <a:lin ang="11400000" scaled="0"/>
          </a:gradFill>
        </p:spPr>
        <p:txBody>
          <a:bodyPr lIns="365760" tIns="822960" rIns="914400" bIns="2286000" anchor="t"/>
          <a:lstStyle>
            <a:lvl1pPr>
              <a:defRPr sz="7500"/>
            </a:lvl1pPr>
          </a:lstStyle>
          <a:p>
            <a:r>
              <a:rPr lang="en-US"/>
              <a:t>Click to edit Master title style</a:t>
            </a:r>
            <a:endParaRPr lang="en-US" dirty="0"/>
          </a:p>
        </p:txBody>
      </p:sp>
      <p:sp>
        <p:nvSpPr>
          <p:cNvPr id="15" name="Subtitle 2">
            <a:extLst>
              <a:ext uri="{FF2B5EF4-FFF2-40B4-BE49-F238E27FC236}">
                <a16:creationId xmlns:a16="http://schemas.microsoft.com/office/drawing/2014/main" id="{57758407-B9B8-FC90-BBF1-B9013F196E21}"/>
              </a:ext>
            </a:extLst>
          </p:cNvPr>
          <p:cNvSpPr>
            <a:spLocks noGrp="1"/>
          </p:cNvSpPr>
          <p:nvPr>
            <p:ph type="subTitle" idx="1"/>
          </p:nvPr>
        </p:nvSpPr>
        <p:spPr>
          <a:xfrm>
            <a:off x="0" y="3602834"/>
            <a:ext cx="9144000" cy="6684168"/>
          </a:xfrm>
          <a:gradFill>
            <a:gsLst>
              <a:gs pos="35000">
                <a:schemeClr val="bg2">
                  <a:alpha val="32000"/>
                </a:schemeClr>
              </a:gs>
              <a:gs pos="56000">
                <a:schemeClr val="accent6">
                  <a:alpha val="0"/>
                </a:schemeClr>
              </a:gs>
              <a:gs pos="8000">
                <a:schemeClr val="bg2"/>
              </a:gs>
              <a:gs pos="22000">
                <a:schemeClr val="bg2">
                  <a:alpha val="67000"/>
                </a:schemeClr>
              </a:gs>
            </a:gsLst>
            <a:path path="circle">
              <a:fillToRect t="100000" r="100000"/>
            </a:path>
          </a:gradFill>
        </p:spPr>
        <p:txBody>
          <a:bodyPr vert="horz" lIns="393192" tIns="457200" rIns="274320" bIns="731520" rtlCol="0" anchor="b">
            <a:normAutofit/>
          </a:bodyPr>
          <a:lstStyle>
            <a:lvl1pPr marL="0" indent="0">
              <a:buNone/>
              <a:defRPr lang="en-US" sz="2100" dirty="0"/>
            </a:lvl1pPr>
          </a:lstStyle>
          <a:p>
            <a:pPr lvl="0"/>
            <a:r>
              <a:rPr lang="en-US"/>
              <a:t>Click to edit Master subtitle style</a:t>
            </a:r>
            <a:endParaRPr lang="en-US" dirty="0"/>
          </a:p>
        </p:txBody>
      </p:sp>
      <p:sp>
        <p:nvSpPr>
          <p:cNvPr id="11" name="Date Placeholder 10">
            <a:extLst>
              <a:ext uri="{FF2B5EF4-FFF2-40B4-BE49-F238E27FC236}">
                <a16:creationId xmlns:a16="http://schemas.microsoft.com/office/drawing/2014/main" id="{A03BE6F4-76AC-1913-6858-8449FC30A22C}"/>
              </a:ext>
            </a:extLst>
          </p:cNvPr>
          <p:cNvSpPr>
            <a:spLocks noGrp="1"/>
          </p:cNvSpPr>
          <p:nvPr>
            <p:ph type="dt" sz="half" idx="14"/>
          </p:nvPr>
        </p:nvSpPr>
        <p:spPr/>
        <p:txBody>
          <a:bodyPr/>
          <a:lstStyle/>
          <a:p>
            <a:fld id="{7DA2CEDE-2AB4-4FB8-9551-E0AA4222B1A3}" type="datetime1">
              <a:rPr lang="en-US" smtClean="0"/>
              <a:t>8/28/2026</a:t>
            </a:fld>
            <a:endParaRPr lang="en-US" dirty="0"/>
          </a:p>
        </p:txBody>
      </p:sp>
      <p:sp>
        <p:nvSpPr>
          <p:cNvPr id="12" name="Footer Placeholder 11">
            <a:extLst>
              <a:ext uri="{FF2B5EF4-FFF2-40B4-BE49-F238E27FC236}">
                <a16:creationId xmlns:a16="http://schemas.microsoft.com/office/drawing/2014/main" id="{3A959F0E-1234-A029-DD14-0642D1457559}"/>
              </a:ext>
            </a:extLst>
          </p:cNvPr>
          <p:cNvSpPr>
            <a:spLocks noGrp="1"/>
          </p:cNvSpPr>
          <p:nvPr>
            <p:ph type="ftr" sz="quarter" idx="15"/>
          </p:nvPr>
        </p:nvSpPr>
        <p:spPr/>
        <p:txBody>
          <a:bodyPr/>
          <a:lstStyle/>
          <a:p>
            <a:endParaRPr lang="en-US"/>
          </a:p>
        </p:txBody>
      </p:sp>
      <p:sp>
        <p:nvSpPr>
          <p:cNvPr id="14" name="Slide Number Placeholder 13">
            <a:extLst>
              <a:ext uri="{FF2B5EF4-FFF2-40B4-BE49-F238E27FC236}">
                <a16:creationId xmlns:a16="http://schemas.microsoft.com/office/drawing/2014/main" id="{42107F04-5566-3CCB-8B23-B8B3ECBA5457}"/>
              </a:ext>
            </a:extLst>
          </p:cNvPr>
          <p:cNvSpPr>
            <a:spLocks noGrp="1"/>
          </p:cNvSpPr>
          <p:nvPr>
            <p:ph type="sldNum" sz="quarter" idx="16"/>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739416647"/>
      </p:ext>
    </p:extLst>
  </p:cSld>
  <p:clrMapOvr>
    <a:masterClrMapping/>
  </p:clrMapOvr>
  <p:extLst>
    <p:ext uri="{DCECCB84-F9BA-43D5-87BE-67443E8EF086}">
      <p15:sldGuideLst xmlns:p15="http://schemas.microsoft.com/office/powerpoint/2012/main">
        <p15:guide id="6"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p:cSld name="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452629" y="1083423"/>
            <a:ext cx="14745026" cy="1097280"/>
          </a:xfrm>
        </p:spPr>
        <p:txBody>
          <a:bodyPr anchor="b">
            <a:normAutofit/>
          </a:bodyPr>
          <a:lstStyle>
            <a:lvl1pPr>
              <a:defRPr sz="4200">
                <a:solidFill>
                  <a:schemeClr val="tx1"/>
                </a:solidFill>
              </a:defRPr>
            </a:lvl1pPr>
          </a:lstStyle>
          <a:p>
            <a:r>
              <a:rPr lang="en-US"/>
              <a:t>Click to edit Master title style</a:t>
            </a:r>
            <a:endParaRPr lang="en-US" dirty="0"/>
          </a:p>
        </p:txBody>
      </p:sp>
      <p:sp>
        <p:nvSpPr>
          <p:cNvPr id="3" name="Date Placeholder 2">
            <a:extLst>
              <a:ext uri="{FF2B5EF4-FFF2-40B4-BE49-F238E27FC236}">
                <a16:creationId xmlns:a16="http://schemas.microsoft.com/office/drawing/2014/main" id="{45602332-ECCE-37C9-0CA1-1743D107C8E3}"/>
              </a:ext>
            </a:extLst>
          </p:cNvPr>
          <p:cNvSpPr>
            <a:spLocks noGrp="1"/>
          </p:cNvSpPr>
          <p:nvPr>
            <p:ph type="dt" sz="half" idx="14"/>
          </p:nvPr>
        </p:nvSpPr>
        <p:spPr/>
        <p:txBody>
          <a:bodyPr/>
          <a:lstStyle/>
          <a:p>
            <a:fld id="{1D8BD707-D9CF-40AE-B4C6-C98DA3205C09}" type="datetimeFigureOut">
              <a:rPr lang="en-US" smtClean="0"/>
              <a:pPr/>
              <a:t>8/28/2026</a:t>
            </a:fld>
            <a:endParaRPr lang="en-US"/>
          </a:p>
        </p:txBody>
      </p:sp>
      <p:sp>
        <p:nvSpPr>
          <p:cNvPr id="7" name="Footer Placeholder 6">
            <a:extLst>
              <a:ext uri="{FF2B5EF4-FFF2-40B4-BE49-F238E27FC236}">
                <a16:creationId xmlns:a16="http://schemas.microsoft.com/office/drawing/2014/main" id="{CA8E192A-D6F1-1585-7133-0041C85402EF}"/>
              </a:ext>
            </a:extLst>
          </p:cNvPr>
          <p:cNvSpPr>
            <a:spLocks noGrp="1"/>
          </p:cNvSpPr>
          <p:nvPr>
            <p:ph type="ftr" sz="quarter" idx="15"/>
          </p:nvPr>
        </p:nvSpPr>
        <p:spPr/>
        <p:txBody>
          <a:bodyPr/>
          <a:lstStyle/>
          <a:p>
            <a:endParaRPr lang="en-US"/>
          </a:p>
        </p:txBody>
      </p:sp>
      <p:sp>
        <p:nvSpPr>
          <p:cNvPr id="9" name="Slide Number Placeholder 8">
            <a:extLst>
              <a:ext uri="{FF2B5EF4-FFF2-40B4-BE49-F238E27FC236}">
                <a16:creationId xmlns:a16="http://schemas.microsoft.com/office/drawing/2014/main" id="{8437B541-595D-1700-6A76-9AF7590B1866}"/>
              </a:ext>
            </a:extLst>
          </p:cNvPr>
          <p:cNvSpPr>
            <a:spLocks noGrp="1"/>
          </p:cNvSpPr>
          <p:nvPr>
            <p:ph type="sldNum" sz="quarter" idx="16"/>
          </p:nvPr>
        </p:nvSpPr>
        <p:spPr/>
        <p:txBody>
          <a:bodyPr/>
          <a:lstStyle/>
          <a:p>
            <a:fld id="{B6F15528-21DE-4FAA-801E-634DDDAF4B2B}" type="slidenum">
              <a:rPr lang="en-US" smtClean="0"/>
              <a:pPr/>
              <a:t>‹#›</a:t>
            </a:fld>
            <a:endParaRPr lang="en-US"/>
          </a:p>
        </p:txBody>
      </p:sp>
      <p:sp>
        <p:nvSpPr>
          <p:cNvPr id="8" name="Content Placeholder 7">
            <a:extLst>
              <a:ext uri="{FF2B5EF4-FFF2-40B4-BE49-F238E27FC236}">
                <a16:creationId xmlns:a16="http://schemas.microsoft.com/office/drawing/2014/main" id="{C6F072A2-EBC7-B7EA-DA98-BAC0AA46E7A4}"/>
              </a:ext>
            </a:extLst>
          </p:cNvPr>
          <p:cNvSpPr>
            <a:spLocks noGrp="1"/>
          </p:cNvSpPr>
          <p:nvPr>
            <p:ph sz="quarter" idx="13"/>
          </p:nvPr>
        </p:nvSpPr>
        <p:spPr>
          <a:xfrm>
            <a:off x="452628" y="3017520"/>
            <a:ext cx="17103852" cy="6583680"/>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cxnSp>
        <p:nvCxnSpPr>
          <p:cNvPr id="4" name="Straight Connector 3">
            <a:extLst>
              <a:ext uri="{FF2B5EF4-FFF2-40B4-BE49-F238E27FC236}">
                <a16:creationId xmlns:a16="http://schemas.microsoft.com/office/drawing/2014/main" id="{F14132CA-3777-075A-ECC4-B9DEFA9B3CEB}"/>
              </a:ext>
            </a:extLst>
          </p:cNvPr>
          <p:cNvCxnSpPr>
            <a:cxnSpLocks/>
          </p:cNvCxnSpPr>
          <p:nvPr/>
        </p:nvCxnSpPr>
        <p:spPr>
          <a:xfrm flipH="1">
            <a:off x="592074" y="2557254"/>
            <a:ext cx="17103852" cy="0"/>
          </a:xfrm>
          <a:prstGeom prst="line">
            <a:avLst/>
          </a:prstGeom>
          <a:ln w="6350">
            <a:solidFill>
              <a:schemeClr val="tx1">
                <a:lumMod val="50000"/>
                <a:alpha val="6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5705712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p:cSld name="Title with Picture 2">
    <p:bg>
      <p:bgPr>
        <a:solidFill>
          <a:schemeClr val="bg2"/>
        </a:solidFill>
        <a:effectLst/>
      </p:bgPr>
    </p:bg>
    <p:spTree>
      <p:nvGrpSpPr>
        <p:cNvPr id="1" name=""/>
        <p:cNvGrpSpPr/>
        <p:nvPr/>
      </p:nvGrpSpPr>
      <p:grpSpPr>
        <a:xfrm>
          <a:off x="0" y="0"/>
          <a:ext cx="0" cy="0"/>
          <a:chOff x="0" y="0"/>
          <a:chExt cx="0" cy="0"/>
        </a:xfrm>
      </p:grpSpPr>
      <p:sp>
        <p:nvSpPr>
          <p:cNvPr id="9" name="Picture Placeholder 8">
            <a:extLst>
              <a:ext uri="{FF2B5EF4-FFF2-40B4-BE49-F238E27FC236}">
                <a16:creationId xmlns:a16="http://schemas.microsoft.com/office/drawing/2014/main" id="{37C87932-7DAB-7F93-5E51-7AEEA5AC7FEA}"/>
              </a:ext>
            </a:extLst>
          </p:cNvPr>
          <p:cNvSpPr>
            <a:spLocks noGrp="1"/>
          </p:cNvSpPr>
          <p:nvPr>
            <p:ph type="pic" sz="quarter" idx="13" hasCustomPrompt="1"/>
          </p:nvPr>
        </p:nvSpPr>
        <p:spPr>
          <a:xfrm>
            <a:off x="0" y="0"/>
            <a:ext cx="18288000" cy="10287000"/>
          </a:xfrm>
          <a:blipFill>
            <a:blip r:embed="rId2">
              <a:alphaModFix amt="70000"/>
            </a:blip>
            <a:stretch>
              <a:fillRect l="-2" t="-1" b="-19091"/>
            </a:stretch>
          </a:blipFill>
        </p:spPr>
        <p:txBody>
          <a:bodyPr/>
          <a:lstStyle>
            <a:lvl1pPr>
              <a:defRPr/>
            </a:lvl1pPr>
          </a:lstStyle>
          <a:p>
            <a:r>
              <a:rPr lang="en-US" dirty="0"/>
              <a:t>   </a:t>
            </a:r>
          </a:p>
        </p:txBody>
      </p:sp>
      <p:sp>
        <p:nvSpPr>
          <p:cNvPr id="10" name="Title 9">
            <a:extLst>
              <a:ext uri="{FF2B5EF4-FFF2-40B4-BE49-F238E27FC236}">
                <a16:creationId xmlns:a16="http://schemas.microsoft.com/office/drawing/2014/main" id="{D35AE1E4-9BA4-415B-370F-31BCBBC952D7}"/>
              </a:ext>
            </a:extLst>
          </p:cNvPr>
          <p:cNvSpPr>
            <a:spLocks noGrp="1"/>
          </p:cNvSpPr>
          <p:nvPr>
            <p:ph type="title"/>
          </p:nvPr>
        </p:nvSpPr>
        <p:spPr>
          <a:xfrm>
            <a:off x="9144000" y="-1"/>
            <a:ext cx="9144000" cy="10286999"/>
          </a:xfrm>
          <a:gradFill>
            <a:gsLst>
              <a:gs pos="100000">
                <a:schemeClr val="bg2">
                  <a:alpha val="90000"/>
                </a:schemeClr>
              </a:gs>
              <a:gs pos="34000">
                <a:srgbClr val="061F7B">
                  <a:alpha val="5000"/>
                  <a:lumMod val="74000"/>
                </a:srgbClr>
              </a:gs>
              <a:gs pos="15000">
                <a:schemeClr val="accent1">
                  <a:lumMod val="75000"/>
                  <a:alpha val="0"/>
                </a:schemeClr>
              </a:gs>
            </a:gsLst>
            <a:lin ang="600000" scaled="0"/>
          </a:gradFill>
          <a:ln>
            <a:solidFill>
              <a:schemeClr val="tx1"/>
            </a:solidFill>
          </a:ln>
        </p:spPr>
        <p:txBody>
          <a:bodyPr lIns="1600200" tIns="822960" rIns="274320" bIns="457200" anchor="t"/>
          <a:lstStyle>
            <a:lvl1pPr>
              <a:defRPr sz="6300"/>
            </a:lvl1pPr>
          </a:lstStyle>
          <a:p>
            <a:r>
              <a:rPr lang="en-US"/>
              <a:t>Click to edit Master title style</a:t>
            </a:r>
            <a:endParaRPr lang="en-US" dirty="0"/>
          </a:p>
        </p:txBody>
      </p:sp>
      <p:sp>
        <p:nvSpPr>
          <p:cNvPr id="5" name="Subtitle 2">
            <a:extLst>
              <a:ext uri="{FF2B5EF4-FFF2-40B4-BE49-F238E27FC236}">
                <a16:creationId xmlns:a16="http://schemas.microsoft.com/office/drawing/2014/main" id="{D54B625A-114F-C2DE-F195-EF26EC052662}"/>
              </a:ext>
            </a:extLst>
          </p:cNvPr>
          <p:cNvSpPr>
            <a:spLocks noGrp="1"/>
          </p:cNvSpPr>
          <p:nvPr>
            <p:ph type="subTitle" idx="1"/>
          </p:nvPr>
        </p:nvSpPr>
        <p:spPr>
          <a:xfrm>
            <a:off x="7503459" y="6347008"/>
            <a:ext cx="10784541" cy="3939992"/>
          </a:xfrm>
          <a:gradFill>
            <a:gsLst>
              <a:gs pos="63000">
                <a:schemeClr val="accent5">
                  <a:lumMod val="75000"/>
                  <a:alpha val="0"/>
                </a:schemeClr>
              </a:gs>
              <a:gs pos="100000">
                <a:schemeClr val="accent3">
                  <a:lumMod val="60000"/>
                  <a:lumOff val="40000"/>
                  <a:alpha val="69000"/>
                </a:schemeClr>
              </a:gs>
              <a:gs pos="13000">
                <a:schemeClr val="bg2">
                  <a:alpha val="0"/>
                </a:schemeClr>
              </a:gs>
            </a:gsLst>
            <a:lin ang="4200000" scaled="0"/>
          </a:gradFill>
        </p:spPr>
        <p:txBody>
          <a:bodyPr vert="horz" lIns="2743200" tIns="640080" rIns="457200" bIns="731520" rtlCol="0" anchor="b">
            <a:normAutofit/>
          </a:bodyPr>
          <a:lstStyle>
            <a:lvl1pPr marL="0" indent="0">
              <a:buNone/>
              <a:defRPr lang="en-US" sz="2100" dirty="0"/>
            </a:lvl1pPr>
          </a:lstStyle>
          <a:p>
            <a:pPr lvl="0"/>
            <a:r>
              <a:rPr lang="en-US"/>
              <a:t>Click to edit Master subtitle style</a:t>
            </a:r>
            <a:endParaRPr lang="en-US" dirty="0"/>
          </a:p>
        </p:txBody>
      </p:sp>
      <p:sp>
        <p:nvSpPr>
          <p:cNvPr id="7" name="Date Placeholder 6">
            <a:extLst>
              <a:ext uri="{FF2B5EF4-FFF2-40B4-BE49-F238E27FC236}">
                <a16:creationId xmlns:a16="http://schemas.microsoft.com/office/drawing/2014/main" id="{0F001462-21CF-5988-0554-7DB1C494B04E}"/>
              </a:ext>
            </a:extLst>
          </p:cNvPr>
          <p:cNvSpPr>
            <a:spLocks noGrp="1"/>
          </p:cNvSpPr>
          <p:nvPr>
            <p:ph type="dt" sz="half" idx="14"/>
          </p:nvPr>
        </p:nvSpPr>
        <p:spPr>
          <a:xfrm>
            <a:off x="11430001" y="315468"/>
            <a:ext cx="2209802" cy="548640"/>
          </a:xfrm>
        </p:spPr>
        <p:txBody>
          <a:bodyPr/>
          <a:lstStyle/>
          <a:p>
            <a:fld id="{21560963-1EEA-4BDE-8FF9-3FEE13B5D43C}" type="datetime1">
              <a:rPr lang="en-US" smtClean="0"/>
              <a:t>8/28/2026</a:t>
            </a:fld>
            <a:endParaRPr lang="en-US"/>
          </a:p>
        </p:txBody>
      </p:sp>
      <p:sp>
        <p:nvSpPr>
          <p:cNvPr id="8" name="Footer Placeholder 7">
            <a:extLst>
              <a:ext uri="{FF2B5EF4-FFF2-40B4-BE49-F238E27FC236}">
                <a16:creationId xmlns:a16="http://schemas.microsoft.com/office/drawing/2014/main" id="{E972D5EE-6935-237E-C4A2-C61261249F33}"/>
              </a:ext>
            </a:extLst>
          </p:cNvPr>
          <p:cNvSpPr>
            <a:spLocks noGrp="1"/>
          </p:cNvSpPr>
          <p:nvPr>
            <p:ph type="ftr" sz="quarter" idx="15"/>
          </p:nvPr>
        </p:nvSpPr>
        <p:spPr>
          <a:xfrm>
            <a:off x="13747382" y="315468"/>
            <a:ext cx="3272027" cy="548640"/>
          </a:xfrm>
        </p:spPr>
        <p:txBody>
          <a:bodyPr/>
          <a:lstStyle/>
          <a:p>
            <a:r>
              <a:rPr lang="en-US"/>
              <a:t>Sample Footer Text</a:t>
            </a:r>
          </a:p>
        </p:txBody>
      </p:sp>
      <p:sp>
        <p:nvSpPr>
          <p:cNvPr id="13" name="Slide Number Placeholder 12">
            <a:extLst>
              <a:ext uri="{FF2B5EF4-FFF2-40B4-BE49-F238E27FC236}">
                <a16:creationId xmlns:a16="http://schemas.microsoft.com/office/drawing/2014/main" id="{C81CEA4D-A8A1-D4D2-8F28-C83469372446}"/>
              </a:ext>
            </a:extLst>
          </p:cNvPr>
          <p:cNvSpPr>
            <a:spLocks noGrp="1"/>
          </p:cNvSpPr>
          <p:nvPr>
            <p:ph type="sldNum" sz="quarter" idx="16"/>
          </p:nvPr>
        </p:nvSpPr>
        <p:spPr>
          <a:xfrm>
            <a:off x="17171567" y="315468"/>
            <a:ext cx="673208" cy="548640"/>
          </a:xfrm>
        </p:spPr>
        <p:txBody>
          <a:bodyPr/>
          <a:lstStyle/>
          <a:p>
            <a:fld id="{5E0677F5-4A8A-4BF1-96BE-3BAE8FBAFE2E}" type="slidenum">
              <a:rPr lang="en-US" smtClean="0"/>
              <a:t>‹#›</a:t>
            </a:fld>
            <a:endParaRPr lang="en-US"/>
          </a:p>
        </p:txBody>
      </p:sp>
    </p:spTree>
    <p:extLst>
      <p:ext uri="{BB962C8B-B14F-4D97-AF65-F5344CB8AC3E}">
        <p14:creationId xmlns:p14="http://schemas.microsoft.com/office/powerpoint/2010/main" val="2450158452"/>
      </p:ext>
    </p:extLst>
  </p:cSld>
  <p:clrMapOvr>
    <a:masterClrMapping/>
  </p:clrMapOvr>
  <p:extLst>
    <p:ext uri="{DCECCB84-F9BA-43D5-87BE-67443E8EF086}">
      <p15:sldGuideLst xmlns:p15="http://schemas.microsoft.com/office/powerpoint/2012/main">
        <p15:guide id="6" pos="384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p:cSld name="Title">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06A70A2D-6A6F-D8FD-B860-1F184E1B5E94}"/>
              </a:ext>
            </a:extLst>
          </p:cNvPr>
          <p:cNvSpPr>
            <a:spLocks noGrp="1"/>
          </p:cNvSpPr>
          <p:nvPr>
            <p:ph type="title"/>
          </p:nvPr>
        </p:nvSpPr>
        <p:spPr>
          <a:xfrm>
            <a:off x="411480" y="1699821"/>
            <a:ext cx="17447217" cy="2738511"/>
          </a:xfrm>
        </p:spPr>
        <p:txBody>
          <a:bodyPr anchor="t"/>
          <a:lstStyle>
            <a:lvl1pPr>
              <a:defRPr sz="7500"/>
            </a:lvl1pPr>
          </a:lstStyle>
          <a:p>
            <a:r>
              <a:rPr lang="en-US"/>
              <a:t>Click to edit Master title style</a:t>
            </a:r>
          </a:p>
        </p:txBody>
      </p:sp>
      <p:sp>
        <p:nvSpPr>
          <p:cNvPr id="7" name="Subtitle 2">
            <a:extLst>
              <a:ext uri="{FF2B5EF4-FFF2-40B4-BE49-F238E27FC236}">
                <a16:creationId xmlns:a16="http://schemas.microsoft.com/office/drawing/2014/main" id="{D95EA3D9-98A4-3891-668D-DF99CC18D7AC}"/>
              </a:ext>
            </a:extLst>
          </p:cNvPr>
          <p:cNvSpPr>
            <a:spLocks noGrp="1"/>
          </p:cNvSpPr>
          <p:nvPr>
            <p:ph type="subTitle" idx="1"/>
          </p:nvPr>
        </p:nvSpPr>
        <p:spPr>
          <a:xfrm>
            <a:off x="452627" y="8026839"/>
            <a:ext cx="10853931" cy="1156914"/>
          </a:xfrm>
          <a:noFill/>
        </p:spPr>
        <p:txBody>
          <a:bodyPr vert="horz" lIns="91440" tIns="45720" rIns="91440" bIns="45720" rtlCol="0" anchor="t">
            <a:noAutofit/>
          </a:bodyPr>
          <a:lstStyle>
            <a:lvl1pPr marL="0" indent="0">
              <a:buNone/>
              <a:defRPr lang="en-US" sz="2700" dirty="0"/>
            </a:lvl1pPr>
          </a:lstStyle>
          <a:p>
            <a:pPr lvl="0"/>
            <a:r>
              <a:rPr lang="en-US"/>
              <a:t>Click to edit Master subtitle style</a:t>
            </a:r>
            <a:endParaRPr lang="en-US" dirty="0"/>
          </a:p>
        </p:txBody>
      </p:sp>
      <p:sp>
        <p:nvSpPr>
          <p:cNvPr id="15" name="Date Placeholder 14">
            <a:extLst>
              <a:ext uri="{FF2B5EF4-FFF2-40B4-BE49-F238E27FC236}">
                <a16:creationId xmlns:a16="http://schemas.microsoft.com/office/drawing/2014/main" id="{4E1D7382-6629-2CE5-9CD1-12C42772E0D2}"/>
              </a:ext>
            </a:extLst>
          </p:cNvPr>
          <p:cNvSpPr>
            <a:spLocks noGrp="1"/>
          </p:cNvSpPr>
          <p:nvPr>
            <p:ph type="dt" sz="half" idx="10"/>
          </p:nvPr>
        </p:nvSpPr>
        <p:spPr/>
        <p:txBody>
          <a:bodyPr/>
          <a:lstStyle/>
          <a:p>
            <a:fld id="{1D8BD707-D9CF-40AE-B4C6-C98DA3205C09}" type="datetimeFigureOut">
              <a:rPr lang="en-US" smtClean="0"/>
              <a:pPr/>
              <a:t>8/28/2026</a:t>
            </a:fld>
            <a:endParaRPr lang="en-US"/>
          </a:p>
        </p:txBody>
      </p:sp>
      <p:sp>
        <p:nvSpPr>
          <p:cNvPr id="16" name="Footer Placeholder 15">
            <a:extLst>
              <a:ext uri="{FF2B5EF4-FFF2-40B4-BE49-F238E27FC236}">
                <a16:creationId xmlns:a16="http://schemas.microsoft.com/office/drawing/2014/main" id="{04D3FCD7-2C92-02D9-B65F-03119FF69156}"/>
              </a:ext>
            </a:extLst>
          </p:cNvPr>
          <p:cNvSpPr>
            <a:spLocks noGrp="1"/>
          </p:cNvSpPr>
          <p:nvPr>
            <p:ph type="ftr" sz="quarter" idx="11"/>
          </p:nvPr>
        </p:nvSpPr>
        <p:spPr/>
        <p:txBody>
          <a:bodyPr/>
          <a:lstStyle/>
          <a:p>
            <a:endParaRPr lang="en-US"/>
          </a:p>
        </p:txBody>
      </p:sp>
      <p:sp>
        <p:nvSpPr>
          <p:cNvPr id="17" name="Slide Number Placeholder 16">
            <a:extLst>
              <a:ext uri="{FF2B5EF4-FFF2-40B4-BE49-F238E27FC236}">
                <a16:creationId xmlns:a16="http://schemas.microsoft.com/office/drawing/2014/main" id="{6825B394-7F27-6399-8BDB-45CADE4F48C2}"/>
              </a:ext>
            </a:extLst>
          </p:cNvPr>
          <p:cNvSpPr>
            <a:spLocks noGrp="1"/>
          </p:cNvSpPr>
          <p:nvPr>
            <p:ph type="sldNum" sz="quarter" idx="12"/>
          </p:nvPr>
        </p:nvSpPr>
        <p:spPr/>
        <p:txBody>
          <a:bodyPr/>
          <a:lstStyle/>
          <a:p>
            <a:fld id="{B6F15528-21DE-4FAA-801E-634DDDAF4B2B}" type="slidenum">
              <a:rPr lang="en-US" smtClean="0"/>
              <a:pPr/>
              <a:t>‹#›</a:t>
            </a:fld>
            <a:endParaRPr lang="en-US"/>
          </a:p>
        </p:txBody>
      </p:sp>
      <p:sp>
        <p:nvSpPr>
          <p:cNvPr id="11" name="Rectangle 10">
            <a:extLst>
              <a:ext uri="{FF2B5EF4-FFF2-40B4-BE49-F238E27FC236}">
                <a16:creationId xmlns:a16="http://schemas.microsoft.com/office/drawing/2014/main" id="{6D514160-DA6E-9655-9294-6538F297B73D}"/>
              </a:ext>
            </a:extLst>
          </p:cNvPr>
          <p:cNvSpPr/>
          <p:nvPr/>
        </p:nvSpPr>
        <p:spPr>
          <a:xfrm rot="10800000">
            <a:off x="0" y="5148182"/>
            <a:ext cx="18288000" cy="2737550"/>
          </a:xfrm>
          <a:prstGeom prst="rect">
            <a:avLst/>
          </a:prstGeom>
          <a:gradFill>
            <a:gsLst>
              <a:gs pos="63000">
                <a:schemeClr val="bg2">
                  <a:alpha val="0"/>
                </a:schemeClr>
              </a:gs>
              <a:gs pos="100000">
                <a:schemeClr val="accent1">
                  <a:lumMod val="75000"/>
                </a:schemeClr>
              </a:gs>
            </a:gsLst>
            <a:lin ang="51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2" name="Rectangle 11">
            <a:extLst>
              <a:ext uri="{FF2B5EF4-FFF2-40B4-BE49-F238E27FC236}">
                <a16:creationId xmlns:a16="http://schemas.microsoft.com/office/drawing/2014/main" id="{B2EC29EB-3E43-F1FF-EB6B-9F5C908FFCC8}"/>
              </a:ext>
            </a:extLst>
          </p:cNvPr>
          <p:cNvSpPr/>
          <p:nvPr/>
        </p:nvSpPr>
        <p:spPr>
          <a:xfrm rot="16200000" flipH="1">
            <a:off x="8907951" y="-1495279"/>
            <a:ext cx="2737551" cy="16022549"/>
          </a:xfrm>
          <a:prstGeom prst="rect">
            <a:avLst/>
          </a:prstGeom>
          <a:gradFill>
            <a:gsLst>
              <a:gs pos="56000">
                <a:schemeClr val="bg1">
                  <a:alpha val="0"/>
                </a:schemeClr>
              </a:gs>
              <a:gs pos="100000">
                <a:schemeClr val="accent6"/>
              </a:gs>
            </a:gsLst>
            <a:lin ang="10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Tree>
    <p:extLst>
      <p:ext uri="{BB962C8B-B14F-4D97-AF65-F5344CB8AC3E}">
        <p14:creationId xmlns:p14="http://schemas.microsoft.com/office/powerpoint/2010/main" val="3970082937"/>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ection Header">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3D93006-CD9A-ACB8-4DFF-755585BD51C6}"/>
              </a:ext>
            </a:extLst>
          </p:cNvPr>
          <p:cNvSpPr/>
          <p:nvPr/>
        </p:nvSpPr>
        <p:spPr>
          <a:xfrm rot="5400000" flipH="1" flipV="1">
            <a:off x="-550833" y="550838"/>
            <a:ext cx="10299534" cy="9197864"/>
          </a:xfrm>
          <a:prstGeom prst="rect">
            <a:avLst/>
          </a:prstGeom>
          <a:gradFill>
            <a:gsLst>
              <a:gs pos="13000">
                <a:schemeClr val="accent2"/>
              </a:gs>
              <a:gs pos="60000">
                <a:schemeClr val="bg2">
                  <a:alpha val="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solidFill>
                <a:srgbClr val="FFFFFF"/>
              </a:solidFill>
            </a:endParaRPr>
          </a:p>
        </p:txBody>
      </p:sp>
      <p:sp>
        <p:nvSpPr>
          <p:cNvPr id="7" name="Rectangle 6">
            <a:extLst>
              <a:ext uri="{FF2B5EF4-FFF2-40B4-BE49-F238E27FC236}">
                <a16:creationId xmlns:a16="http://schemas.microsoft.com/office/drawing/2014/main" id="{A35B8330-0A40-6340-3205-86A38459537F}"/>
              </a:ext>
            </a:extLst>
          </p:cNvPr>
          <p:cNvSpPr/>
          <p:nvPr/>
        </p:nvSpPr>
        <p:spPr>
          <a:xfrm rot="5400000" flipV="1">
            <a:off x="-2966923" y="3460996"/>
            <a:ext cx="9792929" cy="3859079"/>
          </a:xfrm>
          <a:prstGeom prst="rect">
            <a:avLst/>
          </a:prstGeom>
          <a:gradFill>
            <a:gsLst>
              <a:gs pos="0">
                <a:schemeClr val="accent1">
                  <a:lumMod val="75000"/>
                </a:schemeClr>
              </a:gs>
              <a:gs pos="42000">
                <a:schemeClr val="bg2">
                  <a:alpha val="0"/>
                </a:schemeClr>
              </a:gs>
            </a:gsLst>
            <a:lin ang="6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solidFill>
                <a:schemeClr val="tx1"/>
              </a:solidFill>
            </a:endParaRPr>
          </a:p>
        </p:txBody>
      </p:sp>
      <p:sp>
        <p:nvSpPr>
          <p:cNvPr id="6" name="Rectangle 5">
            <a:extLst>
              <a:ext uri="{FF2B5EF4-FFF2-40B4-BE49-F238E27FC236}">
                <a16:creationId xmlns:a16="http://schemas.microsoft.com/office/drawing/2014/main" id="{72AFF5B4-F60C-7639-0259-DAA1F9833429}"/>
              </a:ext>
            </a:extLst>
          </p:cNvPr>
          <p:cNvSpPr/>
          <p:nvPr/>
        </p:nvSpPr>
        <p:spPr>
          <a:xfrm rot="10800000">
            <a:off x="2" y="6324164"/>
            <a:ext cx="13330949" cy="3966800"/>
          </a:xfrm>
          <a:prstGeom prst="rect">
            <a:avLst/>
          </a:prstGeom>
          <a:gradFill>
            <a:gsLst>
              <a:gs pos="0">
                <a:schemeClr val="accent3">
                  <a:lumMod val="60000"/>
                  <a:lumOff val="40000"/>
                </a:schemeClr>
              </a:gs>
              <a:gs pos="49000">
                <a:schemeClr val="accent4">
                  <a:lumMod val="75000"/>
                  <a:alpha val="0"/>
                </a:schemeClr>
              </a:gs>
            </a:gsLst>
            <a:lin ang="6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solidFill>
                <a:schemeClr val="tx1"/>
              </a:solidFill>
            </a:endParaRPr>
          </a:p>
        </p:txBody>
      </p:sp>
      <p:sp>
        <p:nvSpPr>
          <p:cNvPr id="2" name="Title 1">
            <a:extLst>
              <a:ext uri="{FF2B5EF4-FFF2-40B4-BE49-F238E27FC236}">
                <a16:creationId xmlns:a16="http://schemas.microsoft.com/office/drawing/2014/main" id="{8892EA34-13CC-54C1-DE3D-4F1D5D55C9A7}"/>
              </a:ext>
            </a:extLst>
          </p:cNvPr>
          <p:cNvSpPr>
            <a:spLocks noGrp="1"/>
          </p:cNvSpPr>
          <p:nvPr>
            <p:ph type="title"/>
          </p:nvPr>
        </p:nvSpPr>
        <p:spPr>
          <a:xfrm>
            <a:off x="4527749" y="1428750"/>
            <a:ext cx="13330949" cy="8455197"/>
          </a:xfrm>
        </p:spPr>
        <p:txBody>
          <a:bodyPr anchor="b">
            <a:normAutofit/>
          </a:bodyPr>
          <a:lstStyle>
            <a:lvl1pPr algn="r">
              <a:defRPr sz="10800">
                <a:solidFill>
                  <a:schemeClr val="tx1"/>
                </a:solidFill>
              </a:defRPr>
            </a:lvl1pPr>
          </a:lstStyle>
          <a:p>
            <a:r>
              <a:rPr lang="en-US"/>
              <a:t>Click to edit Master title style</a:t>
            </a:r>
          </a:p>
        </p:txBody>
      </p:sp>
      <p:sp>
        <p:nvSpPr>
          <p:cNvPr id="3" name="Date Placeholder 2">
            <a:extLst>
              <a:ext uri="{FF2B5EF4-FFF2-40B4-BE49-F238E27FC236}">
                <a16:creationId xmlns:a16="http://schemas.microsoft.com/office/drawing/2014/main" id="{3FCA76BF-5E58-9143-643F-6B06864B8735}"/>
              </a:ext>
            </a:extLst>
          </p:cNvPr>
          <p:cNvSpPr>
            <a:spLocks noGrp="1"/>
          </p:cNvSpPr>
          <p:nvPr>
            <p:ph type="dt" sz="half" idx="10"/>
          </p:nvPr>
        </p:nvSpPr>
        <p:spPr/>
        <p:txBody>
          <a:bodyPr/>
          <a:lstStyle/>
          <a:p>
            <a:fld id="{7DA2CEDE-2AB4-4FB8-9551-E0AA4222B1A3}" type="datetime1">
              <a:rPr lang="en-US" smtClean="0"/>
              <a:t>8/28/2026</a:t>
            </a:fld>
            <a:endParaRPr lang="en-US"/>
          </a:p>
        </p:txBody>
      </p:sp>
      <p:sp>
        <p:nvSpPr>
          <p:cNvPr id="4" name="Footer Placeholder 3">
            <a:extLst>
              <a:ext uri="{FF2B5EF4-FFF2-40B4-BE49-F238E27FC236}">
                <a16:creationId xmlns:a16="http://schemas.microsoft.com/office/drawing/2014/main" id="{006C9F8B-DAAC-4FD9-5257-842E1B079B6D}"/>
              </a:ext>
            </a:extLst>
          </p:cNvPr>
          <p:cNvSpPr>
            <a:spLocks noGrp="1"/>
          </p:cNvSpPr>
          <p:nvPr>
            <p:ph type="ftr" sz="quarter" idx="11"/>
          </p:nvPr>
        </p:nvSpPr>
        <p:spPr/>
        <p:txBody>
          <a:bodyPr/>
          <a:lstStyle/>
          <a:p>
            <a:r>
              <a:rPr lang="en-US"/>
              <a:t>Sample Footer Text</a:t>
            </a:r>
          </a:p>
        </p:txBody>
      </p:sp>
      <p:sp>
        <p:nvSpPr>
          <p:cNvPr id="8" name="Slide Number Placeholder 7">
            <a:extLst>
              <a:ext uri="{FF2B5EF4-FFF2-40B4-BE49-F238E27FC236}">
                <a16:creationId xmlns:a16="http://schemas.microsoft.com/office/drawing/2014/main" id="{DEF8E261-B260-D169-5279-F4153543A76C}"/>
              </a:ext>
            </a:extLst>
          </p:cNvPr>
          <p:cNvSpPr>
            <a:spLocks noGrp="1"/>
          </p:cNvSpPr>
          <p:nvPr>
            <p:ph type="sldNum" sz="quarter" idx="12"/>
          </p:nvPr>
        </p:nvSpPr>
        <p:spPr/>
        <p:txBody>
          <a:bodyPr/>
          <a:lstStyle/>
          <a:p>
            <a:fld id="{5E0677F5-4A8A-4BF1-96BE-3BAE8FBAFE2E}" type="slidenum">
              <a:rPr lang="en-US" smtClean="0"/>
              <a:pPr/>
              <a:t>‹#›</a:t>
            </a:fld>
            <a:endParaRPr lang="en-US"/>
          </a:p>
        </p:txBody>
      </p:sp>
    </p:spTree>
    <p:extLst>
      <p:ext uri="{BB962C8B-B14F-4D97-AF65-F5344CB8AC3E}">
        <p14:creationId xmlns:p14="http://schemas.microsoft.com/office/powerpoint/2010/main" val="1267638131"/>
      </p:ext>
    </p:extLst>
  </p:cSld>
  <p:clrMapOvr>
    <a:masterClrMapping/>
  </p:clrMapOvr>
  <p:extLst>
    <p:ext uri="{DCECCB84-F9BA-43D5-87BE-67443E8EF086}">
      <p15:sldGuideLst xmlns:p15="http://schemas.microsoft.com/office/powerpoint/2012/main"/>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p:cSld name="Agenda">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D31AE9B9-D0DC-50F5-FE7E-BCF950A9B60C}"/>
              </a:ext>
            </a:extLst>
          </p:cNvPr>
          <p:cNvSpPr/>
          <p:nvPr/>
        </p:nvSpPr>
        <p:spPr>
          <a:xfrm>
            <a:off x="42676" y="0"/>
            <a:ext cx="11400278" cy="10287000"/>
          </a:xfrm>
          <a:prstGeom prst="rect">
            <a:avLst/>
          </a:prstGeom>
          <a:gradFill>
            <a:gsLst>
              <a:gs pos="52000">
                <a:schemeClr val="bg2">
                  <a:alpha val="0"/>
                </a:schemeClr>
              </a:gs>
              <a:gs pos="100000">
                <a:schemeClr val="accent1">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0" name="Rectangle 9">
            <a:extLst>
              <a:ext uri="{FF2B5EF4-FFF2-40B4-BE49-F238E27FC236}">
                <a16:creationId xmlns:a16="http://schemas.microsoft.com/office/drawing/2014/main" id="{FF8F2B01-BAAD-F03E-72D9-CC472F3A5DE5}"/>
              </a:ext>
            </a:extLst>
          </p:cNvPr>
          <p:cNvSpPr/>
          <p:nvPr/>
        </p:nvSpPr>
        <p:spPr>
          <a:xfrm flipH="1" flipV="1">
            <a:off x="1" y="5114171"/>
            <a:ext cx="11414453" cy="5172830"/>
          </a:xfrm>
          <a:prstGeom prst="rect">
            <a:avLst/>
          </a:prstGeom>
          <a:gradFill>
            <a:gsLst>
              <a:gs pos="0">
                <a:schemeClr val="accent2"/>
              </a:gs>
              <a:gs pos="45000">
                <a:schemeClr val="bg2">
                  <a:alpha val="0"/>
                </a:scheme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solidFill>
                <a:srgbClr val="FFFFFF"/>
              </a:solidFill>
            </a:endParaRPr>
          </a:p>
        </p:txBody>
      </p:sp>
      <p:sp>
        <p:nvSpPr>
          <p:cNvPr id="5" name="Rectangle 4">
            <a:extLst>
              <a:ext uri="{FF2B5EF4-FFF2-40B4-BE49-F238E27FC236}">
                <a16:creationId xmlns:a16="http://schemas.microsoft.com/office/drawing/2014/main" id="{32F5B7E4-5668-20C3-5FFF-AA7F08736507}"/>
              </a:ext>
            </a:extLst>
          </p:cNvPr>
          <p:cNvSpPr/>
          <p:nvPr/>
        </p:nvSpPr>
        <p:spPr>
          <a:xfrm rot="16200000">
            <a:off x="592224" y="-563725"/>
            <a:ext cx="10287000" cy="11414453"/>
          </a:xfrm>
          <a:prstGeom prst="rect">
            <a:avLst/>
          </a:prstGeom>
          <a:gradFill>
            <a:gsLst>
              <a:gs pos="0">
                <a:schemeClr val="tx1"/>
              </a:gs>
              <a:gs pos="18000">
                <a:schemeClr val="accent3">
                  <a:lumMod val="60000"/>
                  <a:lumOff val="40000"/>
                  <a:alpha val="72000"/>
                </a:schemeClr>
              </a:gs>
              <a:gs pos="56000">
                <a:schemeClr val="accent1">
                  <a:lumMod val="50000"/>
                  <a:alpha val="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4" name="Rectangle 3">
            <a:extLst>
              <a:ext uri="{FF2B5EF4-FFF2-40B4-BE49-F238E27FC236}">
                <a16:creationId xmlns:a16="http://schemas.microsoft.com/office/drawing/2014/main" id="{268344FF-8882-8B2E-4777-40771425C01A}"/>
              </a:ext>
            </a:extLst>
          </p:cNvPr>
          <p:cNvSpPr/>
          <p:nvPr/>
        </p:nvSpPr>
        <p:spPr>
          <a:xfrm rot="16200000">
            <a:off x="1782920" y="626966"/>
            <a:ext cx="8277168" cy="11042900"/>
          </a:xfrm>
          <a:prstGeom prst="rect">
            <a:avLst/>
          </a:prstGeom>
          <a:gradFill flip="none" rotWithShape="1">
            <a:gsLst>
              <a:gs pos="24000">
                <a:schemeClr val="bg2">
                  <a:alpha val="0"/>
                </a:schemeClr>
              </a:gs>
              <a:gs pos="45000">
                <a:schemeClr val="bg2">
                  <a:alpha val="82000"/>
                </a:schemeClr>
              </a:gs>
              <a:gs pos="67000">
                <a:schemeClr val="bg1">
                  <a:alpha val="0"/>
                </a:schemeClr>
              </a:gs>
            </a:gsLst>
            <a:lin ang="1200000" scaled="0"/>
            <a:tileRect/>
          </a:gra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endParaRPr lang="en-US" sz="2700"/>
          </a:p>
        </p:txBody>
      </p:sp>
      <p:sp>
        <p:nvSpPr>
          <p:cNvPr id="8" name="Title 7">
            <a:extLst>
              <a:ext uri="{FF2B5EF4-FFF2-40B4-BE49-F238E27FC236}">
                <a16:creationId xmlns:a16="http://schemas.microsoft.com/office/drawing/2014/main" id="{5F9BCED7-6A0B-12F0-730B-5623879C9495}"/>
              </a:ext>
            </a:extLst>
          </p:cNvPr>
          <p:cNvSpPr>
            <a:spLocks noGrp="1"/>
          </p:cNvSpPr>
          <p:nvPr>
            <p:ph type="title"/>
          </p:nvPr>
        </p:nvSpPr>
        <p:spPr>
          <a:xfrm>
            <a:off x="400054" y="2571747"/>
            <a:ext cx="7440926" cy="7084314"/>
          </a:xfrm>
        </p:spPr>
        <p:txBody>
          <a:bodyPr/>
          <a:lstStyle>
            <a:lvl1pPr>
              <a:defRPr sz="7500"/>
            </a:lvl1pPr>
          </a:lstStyle>
          <a:p>
            <a:r>
              <a:rPr lang="en-US"/>
              <a:t>Click to edit Master title style</a:t>
            </a:r>
            <a:endParaRPr lang="en-US" dirty="0"/>
          </a:p>
        </p:txBody>
      </p:sp>
      <p:sp>
        <p:nvSpPr>
          <p:cNvPr id="13" name="Date Placeholder 12">
            <a:extLst>
              <a:ext uri="{FF2B5EF4-FFF2-40B4-BE49-F238E27FC236}">
                <a16:creationId xmlns:a16="http://schemas.microsoft.com/office/drawing/2014/main" id="{E14FBD3E-3A09-5EF4-6941-FFF3E03D5396}"/>
              </a:ext>
            </a:extLst>
          </p:cNvPr>
          <p:cNvSpPr>
            <a:spLocks noGrp="1"/>
          </p:cNvSpPr>
          <p:nvPr>
            <p:ph type="dt" sz="half" idx="14"/>
          </p:nvPr>
        </p:nvSpPr>
        <p:spPr/>
        <p:txBody>
          <a:bodyPr/>
          <a:lstStyle/>
          <a:p>
            <a:fld id="{7DA2CEDE-2AB4-4FB8-9551-E0AA4222B1A3}" type="datetime1">
              <a:rPr lang="en-US" smtClean="0"/>
              <a:t>8/28/2026</a:t>
            </a:fld>
            <a:endParaRPr lang="en-US"/>
          </a:p>
        </p:txBody>
      </p:sp>
      <p:sp>
        <p:nvSpPr>
          <p:cNvPr id="14" name="Footer Placeholder 13">
            <a:extLst>
              <a:ext uri="{FF2B5EF4-FFF2-40B4-BE49-F238E27FC236}">
                <a16:creationId xmlns:a16="http://schemas.microsoft.com/office/drawing/2014/main" id="{362D8C0B-F931-385E-61C9-0E7226053F00}"/>
              </a:ext>
            </a:extLst>
          </p:cNvPr>
          <p:cNvSpPr>
            <a:spLocks noGrp="1"/>
          </p:cNvSpPr>
          <p:nvPr>
            <p:ph type="ftr" sz="quarter" idx="15"/>
          </p:nvPr>
        </p:nvSpPr>
        <p:spPr>
          <a:xfrm>
            <a:off x="11864052" y="315171"/>
            <a:ext cx="3763926" cy="548640"/>
          </a:xfrm>
        </p:spPr>
        <p:txBody>
          <a:bodyPr/>
          <a:lstStyle/>
          <a:p>
            <a:r>
              <a:rPr lang="en-US"/>
              <a:t>Sample Footer Text</a:t>
            </a:r>
          </a:p>
        </p:txBody>
      </p:sp>
      <p:sp>
        <p:nvSpPr>
          <p:cNvPr id="15" name="Slide Number Placeholder 14">
            <a:extLst>
              <a:ext uri="{FF2B5EF4-FFF2-40B4-BE49-F238E27FC236}">
                <a16:creationId xmlns:a16="http://schemas.microsoft.com/office/drawing/2014/main" id="{07E96BDD-FAA3-3ABD-453F-3A62D97801B5}"/>
              </a:ext>
            </a:extLst>
          </p:cNvPr>
          <p:cNvSpPr>
            <a:spLocks noGrp="1"/>
          </p:cNvSpPr>
          <p:nvPr>
            <p:ph type="sldNum" sz="quarter" idx="16"/>
          </p:nvPr>
        </p:nvSpPr>
        <p:spPr/>
        <p:txBody>
          <a:bodyPr/>
          <a:lstStyle/>
          <a:p>
            <a:fld id="{B6F15528-21DE-4FAA-801E-634DDDAF4B2B}" type="slidenum">
              <a:rPr lang="en-US" smtClean="0"/>
              <a:pPr/>
              <a:t>‹#›</a:t>
            </a:fld>
            <a:endParaRPr lang="en-US"/>
          </a:p>
        </p:txBody>
      </p:sp>
      <p:sp>
        <p:nvSpPr>
          <p:cNvPr id="7" name="Content Placeholder 6">
            <a:extLst>
              <a:ext uri="{FF2B5EF4-FFF2-40B4-BE49-F238E27FC236}">
                <a16:creationId xmlns:a16="http://schemas.microsoft.com/office/drawing/2014/main" id="{28C8B19A-6FC1-2B71-0BFB-9274CBF396B9}"/>
              </a:ext>
            </a:extLst>
          </p:cNvPr>
          <p:cNvSpPr>
            <a:spLocks noGrp="1"/>
          </p:cNvSpPr>
          <p:nvPr>
            <p:ph sz="quarter" idx="13"/>
          </p:nvPr>
        </p:nvSpPr>
        <p:spPr>
          <a:xfrm>
            <a:off x="11928349" y="1870427"/>
            <a:ext cx="5106416" cy="7384778"/>
          </a:xfrm>
        </p:spPr>
        <p:txBody>
          <a:bodyPr vert="horz" lIns="91440" tIns="45720" rIns="91440" bIns="45720" rtlCol="0" anchor="t">
            <a:normAutofit/>
          </a:bodyPr>
          <a:lstStyle>
            <a:lvl1pPr marL="685800" indent="-685800">
              <a:spcBef>
                <a:spcPts val="1500"/>
              </a:spcBef>
              <a:spcAft>
                <a:spcPts val="900"/>
              </a:spcAft>
              <a:buFont typeface="+mj-lt"/>
              <a:buAutoNum type="arabicPeriod"/>
              <a:defRPr lang="en-US" sz="2400" dirty="0"/>
            </a:lvl1pPr>
            <a:lvl2pPr marL="857250" indent="-514350">
              <a:spcBef>
                <a:spcPts val="1500"/>
              </a:spcBef>
              <a:spcAft>
                <a:spcPts val="900"/>
              </a:spcAft>
              <a:buFont typeface="+mj-lt"/>
              <a:buAutoNum type="arabicPeriod"/>
              <a:defRPr lang="en-US" sz="2100" dirty="0"/>
            </a:lvl2pPr>
            <a:lvl3pPr marL="1200150" indent="-514350">
              <a:spcBef>
                <a:spcPts val="1500"/>
              </a:spcBef>
              <a:spcAft>
                <a:spcPts val="900"/>
              </a:spcAft>
              <a:buFont typeface="+mj-lt"/>
              <a:buAutoNum type="arabicPeriod"/>
              <a:defRPr lang="en-US" sz="2100" dirty="0"/>
            </a:lvl3pPr>
            <a:lvl4pPr>
              <a:spcBef>
                <a:spcPts val="1500"/>
              </a:spcBef>
              <a:spcAft>
                <a:spcPts val="900"/>
              </a:spcAft>
              <a:buFont typeface="+mj-lt"/>
              <a:buAutoNum type="arabicPeriod"/>
              <a:defRPr lang="en-US" sz="2100" dirty="0"/>
            </a:lvl4pPr>
            <a:lvl5pPr>
              <a:spcBef>
                <a:spcPts val="1500"/>
              </a:spcBef>
              <a:spcAft>
                <a:spcPts val="900"/>
              </a:spcAft>
              <a:buFont typeface="+mj-lt"/>
              <a:buAutoNum type="arabicPeriod"/>
              <a:defRPr lang="en-US" sz="2100"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12" name="Straight Connector 11">
            <a:extLst>
              <a:ext uri="{FF2B5EF4-FFF2-40B4-BE49-F238E27FC236}">
                <a16:creationId xmlns:a16="http://schemas.microsoft.com/office/drawing/2014/main" id="{5B086C0A-2B9C-7A1D-5F77-AF7402CC1F84}"/>
              </a:ext>
            </a:extLst>
          </p:cNvPr>
          <p:cNvCxnSpPr>
            <a:cxnSpLocks/>
          </p:cNvCxnSpPr>
          <p:nvPr/>
        </p:nvCxnSpPr>
        <p:spPr>
          <a:xfrm flipH="1">
            <a:off x="12003840" y="1143000"/>
            <a:ext cx="5760720" cy="0"/>
          </a:xfrm>
          <a:prstGeom prst="line">
            <a:avLst/>
          </a:prstGeom>
          <a:ln w="6350">
            <a:solidFill>
              <a:schemeClr val="tx1">
                <a:lumMod val="85000"/>
                <a:alpha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8653918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Agenda with Picture">
    <p:spTree>
      <p:nvGrpSpPr>
        <p:cNvPr id="1" name=""/>
        <p:cNvGrpSpPr/>
        <p:nvPr/>
      </p:nvGrpSpPr>
      <p:grpSpPr>
        <a:xfrm>
          <a:off x="0" y="0"/>
          <a:ext cx="0" cy="0"/>
          <a:chOff x="0" y="0"/>
          <a:chExt cx="0" cy="0"/>
        </a:xfrm>
      </p:grpSpPr>
      <p:sp>
        <p:nvSpPr>
          <p:cNvPr id="14" name="Rectangle 13">
            <a:extLst>
              <a:ext uri="{FF2B5EF4-FFF2-40B4-BE49-F238E27FC236}">
                <a16:creationId xmlns:a16="http://schemas.microsoft.com/office/drawing/2014/main" id="{C84410D4-C581-C48F-5E1D-E93DA884342F}"/>
              </a:ext>
            </a:extLst>
          </p:cNvPr>
          <p:cNvSpPr/>
          <p:nvPr/>
        </p:nvSpPr>
        <p:spPr>
          <a:xfrm rot="10800000">
            <a:off x="21929" y="-3"/>
            <a:ext cx="18266069" cy="6738606"/>
          </a:xfrm>
          <a:prstGeom prst="rect">
            <a:avLst/>
          </a:prstGeom>
          <a:gradFill flip="none" rotWithShape="1">
            <a:gsLst>
              <a:gs pos="33000">
                <a:schemeClr val="bg2">
                  <a:alpha val="0"/>
                </a:schemeClr>
              </a:gs>
              <a:gs pos="82000">
                <a:schemeClr val="accent1">
                  <a:lumMod val="50000"/>
                  <a:alpha val="44000"/>
                </a:schemeClr>
              </a:gs>
              <a:gs pos="100000">
                <a:schemeClr val="accent3">
                  <a:lumMod val="60000"/>
                  <a:lumOff val="40000"/>
                  <a:alpha val="90000"/>
                </a:schemeClr>
              </a:gs>
            </a:gsLst>
            <a:path path="circle">
              <a:fillToRect l="100000" t="100000"/>
            </a:path>
            <a:tileRect r="-100000" b="-10000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0" name="Rectangle 9">
            <a:extLst>
              <a:ext uri="{FF2B5EF4-FFF2-40B4-BE49-F238E27FC236}">
                <a16:creationId xmlns:a16="http://schemas.microsoft.com/office/drawing/2014/main" id="{FF8F2B01-BAAD-F03E-72D9-CC472F3A5DE5}"/>
              </a:ext>
            </a:extLst>
          </p:cNvPr>
          <p:cNvSpPr/>
          <p:nvPr/>
        </p:nvSpPr>
        <p:spPr>
          <a:xfrm flipH="1" flipV="1">
            <a:off x="1085855" y="1742933"/>
            <a:ext cx="17202146" cy="4995671"/>
          </a:xfrm>
          <a:prstGeom prst="rect">
            <a:avLst/>
          </a:prstGeom>
          <a:gradFill>
            <a:gsLst>
              <a:gs pos="0">
                <a:schemeClr val="accent2">
                  <a:lumMod val="75000"/>
                </a:schemeClr>
              </a:gs>
              <a:gs pos="27000">
                <a:schemeClr val="bg2">
                  <a:alpha val="0"/>
                </a:schemeClr>
              </a:gs>
            </a:gsLst>
            <a:lin ang="51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solidFill>
                <a:srgbClr val="FFFFFF"/>
              </a:solidFill>
            </a:endParaRPr>
          </a:p>
        </p:txBody>
      </p:sp>
      <p:sp>
        <p:nvSpPr>
          <p:cNvPr id="3" name="Rectangle 2">
            <a:extLst>
              <a:ext uri="{FF2B5EF4-FFF2-40B4-BE49-F238E27FC236}">
                <a16:creationId xmlns:a16="http://schemas.microsoft.com/office/drawing/2014/main" id="{D31AE9B9-D0DC-50F5-FE7E-BCF950A9B60C}"/>
              </a:ext>
            </a:extLst>
          </p:cNvPr>
          <p:cNvSpPr/>
          <p:nvPr/>
        </p:nvSpPr>
        <p:spPr>
          <a:xfrm rot="10800000">
            <a:off x="-21931" y="-11199"/>
            <a:ext cx="9165932" cy="3750614"/>
          </a:xfrm>
          <a:prstGeom prst="rect">
            <a:avLst/>
          </a:prstGeom>
          <a:gradFill flip="none" rotWithShape="1">
            <a:gsLst>
              <a:gs pos="63000">
                <a:schemeClr val="bg2">
                  <a:alpha val="0"/>
                </a:schemeClr>
              </a:gs>
              <a:gs pos="100000">
                <a:schemeClr val="accent1">
                  <a:lumMod val="50000"/>
                </a:schemeClr>
              </a:gs>
            </a:gsLst>
            <a:lin ang="48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5" name="Title 4">
            <a:extLst>
              <a:ext uri="{FF2B5EF4-FFF2-40B4-BE49-F238E27FC236}">
                <a16:creationId xmlns:a16="http://schemas.microsoft.com/office/drawing/2014/main" id="{B4D63E47-B71F-605F-2462-F6F2ED4F115C}"/>
              </a:ext>
            </a:extLst>
          </p:cNvPr>
          <p:cNvSpPr>
            <a:spLocks noGrp="1"/>
          </p:cNvSpPr>
          <p:nvPr>
            <p:ph type="title"/>
          </p:nvPr>
        </p:nvSpPr>
        <p:spPr>
          <a:xfrm>
            <a:off x="411480" y="2203386"/>
            <a:ext cx="7644264" cy="3691962"/>
          </a:xfrm>
        </p:spPr>
        <p:txBody>
          <a:bodyPr/>
          <a:lstStyle>
            <a:lvl1pPr>
              <a:defRPr sz="7500"/>
            </a:lvl1pPr>
          </a:lstStyle>
          <a:p>
            <a:r>
              <a:rPr lang="en-US"/>
              <a:t>Click to edit Master title style</a:t>
            </a:r>
            <a:endParaRPr lang="en-US" dirty="0"/>
          </a:p>
        </p:txBody>
      </p:sp>
      <p:sp>
        <p:nvSpPr>
          <p:cNvPr id="6" name="Date Placeholder 5">
            <a:extLst>
              <a:ext uri="{FF2B5EF4-FFF2-40B4-BE49-F238E27FC236}">
                <a16:creationId xmlns:a16="http://schemas.microsoft.com/office/drawing/2014/main" id="{C3B19A28-AC79-CF20-C703-D6B27C01698A}"/>
              </a:ext>
            </a:extLst>
          </p:cNvPr>
          <p:cNvSpPr>
            <a:spLocks noGrp="1"/>
          </p:cNvSpPr>
          <p:nvPr>
            <p:ph type="dt" sz="half" idx="14"/>
          </p:nvPr>
        </p:nvSpPr>
        <p:spPr>
          <a:xfrm>
            <a:off x="628651" y="315171"/>
            <a:ext cx="3096134" cy="548640"/>
          </a:xfrm>
        </p:spPr>
        <p:txBody>
          <a:bodyPr/>
          <a:lstStyle>
            <a:lvl1pPr>
              <a:defRPr>
                <a:solidFill>
                  <a:schemeClr val="tx1"/>
                </a:solidFill>
              </a:defRPr>
            </a:lvl1pPr>
          </a:lstStyle>
          <a:p>
            <a:fld id="{1D8BD707-D9CF-40AE-B4C6-C98DA3205C09}" type="datetimeFigureOut">
              <a:rPr lang="en-US" smtClean="0"/>
              <a:pPr/>
              <a:t>8/28/2026</a:t>
            </a:fld>
            <a:endParaRPr lang="en-US"/>
          </a:p>
        </p:txBody>
      </p:sp>
      <p:sp>
        <p:nvSpPr>
          <p:cNvPr id="8" name="Footer Placeholder 7">
            <a:extLst>
              <a:ext uri="{FF2B5EF4-FFF2-40B4-BE49-F238E27FC236}">
                <a16:creationId xmlns:a16="http://schemas.microsoft.com/office/drawing/2014/main" id="{19E554EC-D104-642A-5E42-E4CFB243523F}"/>
              </a:ext>
            </a:extLst>
          </p:cNvPr>
          <p:cNvSpPr>
            <a:spLocks noGrp="1"/>
          </p:cNvSpPr>
          <p:nvPr>
            <p:ph type="ftr" sz="quarter" idx="15"/>
          </p:nvPr>
        </p:nvSpPr>
        <p:spPr>
          <a:xfrm>
            <a:off x="9715500" y="315171"/>
            <a:ext cx="4877262" cy="548640"/>
          </a:xfrm>
        </p:spPr>
        <p:txBody>
          <a:bodyPr/>
          <a:lstStyle>
            <a:lvl1pPr>
              <a:defRPr>
                <a:solidFill>
                  <a:schemeClr val="tx1"/>
                </a:solidFill>
              </a:defRPr>
            </a:lvl1pPr>
          </a:lstStyle>
          <a:p>
            <a:endParaRPr lang="en-US"/>
          </a:p>
        </p:txBody>
      </p:sp>
      <p:sp>
        <p:nvSpPr>
          <p:cNvPr id="9" name="Slide Number Placeholder 8">
            <a:extLst>
              <a:ext uri="{FF2B5EF4-FFF2-40B4-BE49-F238E27FC236}">
                <a16:creationId xmlns:a16="http://schemas.microsoft.com/office/drawing/2014/main" id="{47E23A16-5291-F71A-D460-81EE611EA8B8}"/>
              </a:ext>
            </a:extLst>
          </p:cNvPr>
          <p:cNvSpPr>
            <a:spLocks noGrp="1"/>
          </p:cNvSpPr>
          <p:nvPr>
            <p:ph type="sldNum" sz="quarter" idx="16"/>
          </p:nvPr>
        </p:nvSpPr>
        <p:spPr/>
        <p:txBody>
          <a:bodyPr/>
          <a:lstStyle/>
          <a:p>
            <a:fld id="{B6F15528-21DE-4FAA-801E-634DDDAF4B2B}" type="slidenum">
              <a:rPr lang="en-US" smtClean="0"/>
              <a:pPr/>
              <a:t>‹#›</a:t>
            </a:fld>
            <a:endParaRPr lang="en-US"/>
          </a:p>
        </p:txBody>
      </p:sp>
      <p:sp>
        <p:nvSpPr>
          <p:cNvPr id="7" name="Content Placeholder 6">
            <a:extLst>
              <a:ext uri="{FF2B5EF4-FFF2-40B4-BE49-F238E27FC236}">
                <a16:creationId xmlns:a16="http://schemas.microsoft.com/office/drawing/2014/main" id="{28C8B19A-6FC1-2B71-0BFB-9274CBF396B9}"/>
              </a:ext>
            </a:extLst>
          </p:cNvPr>
          <p:cNvSpPr>
            <a:spLocks noGrp="1"/>
          </p:cNvSpPr>
          <p:nvPr>
            <p:ph sz="quarter" idx="13"/>
          </p:nvPr>
        </p:nvSpPr>
        <p:spPr>
          <a:xfrm>
            <a:off x="9731075" y="1742933"/>
            <a:ext cx="6237237" cy="4152417"/>
          </a:xfrm>
        </p:spPr>
        <p:txBody>
          <a:bodyPr vert="horz" lIns="91440" tIns="45720" rIns="91440" bIns="45720" rtlCol="0" anchor="b">
            <a:normAutofit/>
          </a:bodyPr>
          <a:lstStyle>
            <a:lvl1pPr marL="685800" indent="-685800">
              <a:spcBef>
                <a:spcPts val="1500"/>
              </a:spcBef>
              <a:spcAft>
                <a:spcPts val="900"/>
              </a:spcAft>
              <a:buFont typeface="+mj-lt"/>
              <a:buAutoNum type="arabicPeriod"/>
              <a:defRPr lang="en-US" sz="2400" dirty="0"/>
            </a:lvl1pPr>
            <a:lvl2pPr marL="857250" indent="-514350">
              <a:spcBef>
                <a:spcPts val="1500"/>
              </a:spcBef>
              <a:spcAft>
                <a:spcPts val="900"/>
              </a:spcAft>
              <a:buFont typeface="+mj-lt"/>
              <a:buAutoNum type="arabicPeriod"/>
              <a:defRPr lang="en-US" sz="2100" dirty="0"/>
            </a:lvl2pPr>
            <a:lvl3pPr marL="1200150" indent="-514350">
              <a:spcBef>
                <a:spcPts val="1500"/>
              </a:spcBef>
              <a:spcAft>
                <a:spcPts val="900"/>
              </a:spcAft>
              <a:buFont typeface="+mj-lt"/>
              <a:buAutoNum type="arabicPeriod"/>
              <a:defRPr lang="en-US" sz="2100" dirty="0"/>
            </a:lvl3pPr>
            <a:lvl4pPr>
              <a:spcBef>
                <a:spcPts val="1500"/>
              </a:spcBef>
              <a:spcAft>
                <a:spcPts val="900"/>
              </a:spcAft>
              <a:buFont typeface="+mj-lt"/>
              <a:buAutoNum type="arabicPeriod"/>
              <a:defRPr lang="en-US" sz="2100" dirty="0"/>
            </a:lvl4pPr>
            <a:lvl5pPr>
              <a:spcBef>
                <a:spcPts val="1500"/>
              </a:spcBef>
              <a:spcAft>
                <a:spcPts val="900"/>
              </a:spcAft>
              <a:buFont typeface="+mj-lt"/>
              <a:buAutoNum type="arabicPeriod"/>
              <a:defRPr lang="en-US" sz="2100"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Picture Placeholder 14">
            <a:extLst>
              <a:ext uri="{FF2B5EF4-FFF2-40B4-BE49-F238E27FC236}">
                <a16:creationId xmlns:a16="http://schemas.microsoft.com/office/drawing/2014/main" id="{C9B8CAF0-3749-D1CF-0FDA-20F4B5EE9862}"/>
              </a:ext>
            </a:extLst>
          </p:cNvPr>
          <p:cNvSpPr>
            <a:spLocks noGrp="1"/>
          </p:cNvSpPr>
          <p:nvPr>
            <p:ph type="pic" sz="quarter" idx="17" hasCustomPrompt="1"/>
          </p:nvPr>
        </p:nvSpPr>
        <p:spPr>
          <a:xfrm>
            <a:off x="0" y="6738604"/>
            <a:ext cx="18288000" cy="3548396"/>
          </a:xfrm>
          <a:blipFill>
            <a:blip r:embed="rId2">
              <a:alphaModFix amt="70000"/>
            </a:blip>
            <a:stretch>
              <a:fillRect/>
            </a:stretch>
          </a:blipFill>
        </p:spPr>
        <p:txBody>
          <a:bodyPr/>
          <a:lstStyle>
            <a:lvl1pPr>
              <a:defRPr/>
            </a:lvl1pPr>
          </a:lstStyle>
          <a:p>
            <a:r>
              <a:rPr lang="en-US" dirty="0"/>
              <a:t>   </a:t>
            </a:r>
          </a:p>
        </p:txBody>
      </p:sp>
    </p:spTree>
    <p:extLst>
      <p:ext uri="{BB962C8B-B14F-4D97-AF65-F5344CB8AC3E}">
        <p14:creationId xmlns:p14="http://schemas.microsoft.com/office/powerpoint/2010/main" val="374312566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p:cSld name="Content 2">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C28AA25-2696-95B5-3DD1-1DDCE335B96E}"/>
              </a:ext>
            </a:extLst>
          </p:cNvPr>
          <p:cNvSpPr/>
          <p:nvPr/>
        </p:nvSpPr>
        <p:spPr>
          <a:xfrm>
            <a:off x="0" y="0"/>
            <a:ext cx="18288000" cy="10304369"/>
          </a:xfrm>
          <a:prstGeom prst="rect">
            <a:avLst/>
          </a:prstGeom>
          <a:gradFill flip="none" rotWithShape="1">
            <a:gsLst>
              <a:gs pos="23000">
                <a:schemeClr val="bg2">
                  <a:alpha val="0"/>
                </a:schemeClr>
              </a:gs>
              <a:gs pos="61000">
                <a:schemeClr val="accent1">
                  <a:lumMod val="50000"/>
                  <a:alpha val="50000"/>
                </a:schemeClr>
              </a:gs>
              <a:gs pos="100000">
                <a:schemeClr val="accent3">
                  <a:lumMod val="60000"/>
                  <a:lumOff val="40000"/>
                </a:schemeClr>
              </a:gs>
            </a:gsLst>
            <a:lin ang="186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7" name="Rectangle 6">
            <a:extLst>
              <a:ext uri="{FF2B5EF4-FFF2-40B4-BE49-F238E27FC236}">
                <a16:creationId xmlns:a16="http://schemas.microsoft.com/office/drawing/2014/main" id="{DE6450F3-50BF-885C-FD60-BACC77C3F1E0}"/>
              </a:ext>
            </a:extLst>
          </p:cNvPr>
          <p:cNvSpPr/>
          <p:nvPr/>
        </p:nvSpPr>
        <p:spPr>
          <a:xfrm flipH="1" flipV="1">
            <a:off x="1" y="2591185"/>
            <a:ext cx="18288002" cy="7695812"/>
          </a:xfrm>
          <a:prstGeom prst="rect">
            <a:avLst/>
          </a:prstGeom>
          <a:gradFill>
            <a:gsLst>
              <a:gs pos="0">
                <a:schemeClr val="accent2">
                  <a:lumMod val="75000"/>
                </a:schemeClr>
              </a:gs>
              <a:gs pos="45000">
                <a:schemeClr val="bg2">
                  <a:alpha val="0"/>
                </a:schemeClr>
              </a:gs>
            </a:gsLst>
            <a:lin ang="4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solidFill>
                <a:srgbClr val="FFFFFF"/>
              </a:solidFill>
            </a:endParaRPr>
          </a:p>
        </p:txBody>
      </p:sp>
      <p:sp>
        <p:nvSpPr>
          <p:cNvPr id="9" name="Rectangle 8">
            <a:extLst>
              <a:ext uri="{FF2B5EF4-FFF2-40B4-BE49-F238E27FC236}">
                <a16:creationId xmlns:a16="http://schemas.microsoft.com/office/drawing/2014/main" id="{3D53C05B-A90A-250E-CBC3-E741A87656D9}"/>
              </a:ext>
            </a:extLst>
          </p:cNvPr>
          <p:cNvSpPr/>
          <p:nvPr/>
        </p:nvSpPr>
        <p:spPr>
          <a:xfrm rot="5400000">
            <a:off x="6427573" y="-1556060"/>
            <a:ext cx="10304369" cy="13416486"/>
          </a:xfrm>
          <a:prstGeom prst="rect">
            <a:avLst/>
          </a:prstGeom>
          <a:gradFill flip="none" rotWithShape="1">
            <a:gsLst>
              <a:gs pos="60000">
                <a:schemeClr val="accent5">
                  <a:alpha val="0"/>
                </a:schemeClr>
              </a:gs>
              <a:gs pos="94000">
                <a:schemeClr val="accent3">
                  <a:lumMod val="20000"/>
                  <a:lumOff val="80000"/>
                </a:schemeClr>
              </a:gs>
            </a:gsLst>
            <a:path path="circle">
              <a:fillToRect l="100000" t="100000"/>
            </a:path>
            <a:tileRect r="-100000" b="-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0" name="Rectangle 9">
            <a:extLst>
              <a:ext uri="{FF2B5EF4-FFF2-40B4-BE49-F238E27FC236}">
                <a16:creationId xmlns:a16="http://schemas.microsoft.com/office/drawing/2014/main" id="{D0B1BC43-B272-D419-E8BB-6EFDB7CB6DE6}"/>
              </a:ext>
            </a:extLst>
          </p:cNvPr>
          <p:cNvSpPr/>
          <p:nvPr/>
        </p:nvSpPr>
        <p:spPr>
          <a:xfrm rot="16200000">
            <a:off x="5380078" y="-1022558"/>
            <a:ext cx="10174748" cy="12444357"/>
          </a:xfrm>
          <a:prstGeom prst="rect">
            <a:avLst/>
          </a:prstGeom>
          <a:gradFill flip="none" rotWithShape="1">
            <a:gsLst>
              <a:gs pos="26000">
                <a:schemeClr val="bg2"/>
              </a:gs>
              <a:gs pos="73000">
                <a:schemeClr val="bg2">
                  <a:alpha val="0"/>
                </a:schemeClr>
              </a:gs>
            </a:gsLst>
            <a:path path="circle">
              <a:fillToRect l="50000" t="50000" r="50000" b="50000"/>
            </a:path>
            <a:tileRect/>
          </a:gra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endParaRPr lang="en-US" sz="2700"/>
          </a:p>
        </p:txBody>
      </p:sp>
      <p:cxnSp>
        <p:nvCxnSpPr>
          <p:cNvPr id="11" name="Straight Connector 10">
            <a:extLst>
              <a:ext uri="{FF2B5EF4-FFF2-40B4-BE49-F238E27FC236}">
                <a16:creationId xmlns:a16="http://schemas.microsoft.com/office/drawing/2014/main" id="{9E9B18E3-016A-6508-4AB9-C1B35F40CE8C}"/>
              </a:ext>
            </a:extLst>
          </p:cNvPr>
          <p:cNvCxnSpPr>
            <a:cxnSpLocks/>
          </p:cNvCxnSpPr>
          <p:nvPr/>
        </p:nvCxnSpPr>
        <p:spPr>
          <a:xfrm flipH="1">
            <a:off x="592074" y="9151620"/>
            <a:ext cx="17103852" cy="0"/>
          </a:xfrm>
          <a:prstGeom prst="line">
            <a:avLst/>
          </a:prstGeom>
          <a:ln w="6350">
            <a:solidFill>
              <a:schemeClr val="tx1">
                <a:lumMod val="85000"/>
                <a:alpha val="50000"/>
              </a:schemeClr>
            </a:solidFill>
          </a:ln>
        </p:spPr>
        <p:style>
          <a:lnRef idx="1">
            <a:schemeClr val="accent1"/>
          </a:lnRef>
          <a:fillRef idx="0">
            <a:schemeClr val="accent1"/>
          </a:fillRef>
          <a:effectRef idx="0">
            <a:schemeClr val="accent1"/>
          </a:effectRef>
          <a:fontRef idx="minor">
            <a:schemeClr val="tx1"/>
          </a:fontRef>
        </p:style>
      </p:cxnSp>
      <p:sp>
        <p:nvSpPr>
          <p:cNvPr id="12" name="Rectangle 11">
            <a:extLst>
              <a:ext uri="{FF2B5EF4-FFF2-40B4-BE49-F238E27FC236}">
                <a16:creationId xmlns:a16="http://schemas.microsoft.com/office/drawing/2014/main" id="{C44A4757-EA69-EF77-262C-A183AC218312}"/>
              </a:ext>
            </a:extLst>
          </p:cNvPr>
          <p:cNvSpPr/>
          <p:nvPr/>
        </p:nvSpPr>
        <p:spPr>
          <a:xfrm rot="10800000">
            <a:off x="0" y="2"/>
            <a:ext cx="18288000" cy="7922136"/>
          </a:xfrm>
          <a:prstGeom prst="rect">
            <a:avLst/>
          </a:prstGeom>
          <a:gradFill flip="none" rotWithShape="1">
            <a:gsLst>
              <a:gs pos="52000">
                <a:schemeClr val="accent2">
                  <a:lumMod val="50000"/>
                  <a:alpha val="0"/>
                </a:schemeClr>
              </a:gs>
              <a:gs pos="100000">
                <a:schemeClr val="accent1">
                  <a:lumMod val="75000"/>
                </a:schemeClr>
              </a:gs>
            </a:gsLst>
            <a:lin ang="42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452627" y="1371600"/>
            <a:ext cx="11247120" cy="3931920"/>
          </a:xfrm>
        </p:spPr>
        <p:txBody>
          <a:bodyPr anchor="b">
            <a:normAutofit/>
          </a:bodyPr>
          <a:lstStyle>
            <a:lvl1pPr>
              <a:defRPr sz="7200" b="0">
                <a:solidFill>
                  <a:schemeClr val="tx1"/>
                </a:solidFill>
              </a:defRPr>
            </a:lvl1pPr>
          </a:lstStyle>
          <a:p>
            <a:r>
              <a:rPr lang="en-US"/>
              <a:t>Click to edit Master title style</a:t>
            </a:r>
          </a:p>
        </p:txBody>
      </p:sp>
      <p:sp>
        <p:nvSpPr>
          <p:cNvPr id="4" name="Date Placeholder 3">
            <a:extLst>
              <a:ext uri="{FF2B5EF4-FFF2-40B4-BE49-F238E27FC236}">
                <a16:creationId xmlns:a16="http://schemas.microsoft.com/office/drawing/2014/main" id="{2BF3AD86-30C4-61DF-3300-53A4A4BB6D4D}"/>
              </a:ext>
            </a:extLst>
          </p:cNvPr>
          <p:cNvSpPr>
            <a:spLocks noGrp="1"/>
          </p:cNvSpPr>
          <p:nvPr>
            <p:ph type="dt" sz="half" idx="14"/>
          </p:nvPr>
        </p:nvSpPr>
        <p:spPr/>
        <p:txBody>
          <a:bodyPr/>
          <a:lstStyle/>
          <a:p>
            <a:fld id="{1D8BD707-D9CF-40AE-B4C6-C98DA3205C09}" type="datetimeFigureOut">
              <a:rPr lang="en-US" smtClean="0"/>
              <a:pPr/>
              <a:t>8/28/2026</a:t>
            </a:fld>
            <a:endParaRPr lang="en-US"/>
          </a:p>
        </p:txBody>
      </p:sp>
      <p:sp>
        <p:nvSpPr>
          <p:cNvPr id="5" name="Footer Placeholder 4">
            <a:extLst>
              <a:ext uri="{FF2B5EF4-FFF2-40B4-BE49-F238E27FC236}">
                <a16:creationId xmlns:a16="http://schemas.microsoft.com/office/drawing/2014/main" id="{B40ED380-F3FA-F88A-4719-014588A2E13B}"/>
              </a:ext>
            </a:extLst>
          </p:cNvPr>
          <p:cNvSpPr>
            <a:spLocks noGrp="1"/>
          </p:cNvSpPr>
          <p:nvPr>
            <p:ph type="ftr" sz="quarter" idx="15"/>
          </p:nvPr>
        </p:nvSpPr>
        <p:spPr/>
        <p:txBody>
          <a:bodyPr/>
          <a:lstStyle/>
          <a:p>
            <a:endParaRPr lang="en-US"/>
          </a:p>
        </p:txBody>
      </p:sp>
      <p:sp>
        <p:nvSpPr>
          <p:cNvPr id="6" name="Slide Number Placeholder 5">
            <a:extLst>
              <a:ext uri="{FF2B5EF4-FFF2-40B4-BE49-F238E27FC236}">
                <a16:creationId xmlns:a16="http://schemas.microsoft.com/office/drawing/2014/main" id="{A218F7C8-EA2A-EA2C-5113-86B95AACB171}"/>
              </a:ext>
            </a:extLst>
          </p:cNvPr>
          <p:cNvSpPr>
            <a:spLocks noGrp="1"/>
          </p:cNvSpPr>
          <p:nvPr>
            <p:ph type="sldNum" sz="quarter" idx="16"/>
          </p:nvPr>
        </p:nvSpPr>
        <p:spPr/>
        <p:txBody>
          <a:bodyPr/>
          <a:lstStyle/>
          <a:p>
            <a:fld id="{B6F15528-21DE-4FAA-801E-634DDDAF4B2B}" type="slidenum">
              <a:rPr lang="en-US" smtClean="0"/>
              <a:pPr/>
              <a:t>‹#›</a:t>
            </a:fld>
            <a:endParaRPr lang="en-US"/>
          </a:p>
        </p:txBody>
      </p:sp>
      <p:sp>
        <p:nvSpPr>
          <p:cNvPr id="8" name="Content Placeholder 7">
            <a:extLst>
              <a:ext uri="{FF2B5EF4-FFF2-40B4-BE49-F238E27FC236}">
                <a16:creationId xmlns:a16="http://schemas.microsoft.com/office/drawing/2014/main" id="{C6F072A2-EBC7-B7EA-DA98-BAC0AA46E7A4}"/>
              </a:ext>
            </a:extLst>
          </p:cNvPr>
          <p:cNvSpPr>
            <a:spLocks noGrp="1"/>
          </p:cNvSpPr>
          <p:nvPr>
            <p:ph sz="quarter" idx="13"/>
          </p:nvPr>
        </p:nvSpPr>
        <p:spPr>
          <a:xfrm>
            <a:off x="452627" y="5852160"/>
            <a:ext cx="11247120" cy="2743200"/>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1412990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p:cSld name="Content 3">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ACB42C01-B12A-AF17-D0E9-403E14D1D1A7}"/>
              </a:ext>
            </a:extLst>
          </p:cNvPr>
          <p:cNvSpPr/>
          <p:nvPr/>
        </p:nvSpPr>
        <p:spPr>
          <a:xfrm rot="10800000" flipH="1">
            <a:off x="587703" y="1160772"/>
            <a:ext cx="17700297" cy="4727853"/>
          </a:xfrm>
          <a:prstGeom prst="rect">
            <a:avLst/>
          </a:prstGeom>
          <a:gradFill>
            <a:gsLst>
              <a:gs pos="79000">
                <a:schemeClr val="bg2">
                  <a:alpha val="0"/>
                </a:schemeClr>
              </a:gs>
              <a:gs pos="100000">
                <a:schemeClr val="accent5">
                  <a:lumMod val="75000"/>
                </a:schemeClr>
              </a:gs>
            </a:gsLst>
            <a:lin ang="528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5" name="Rectangle 4">
            <a:extLst>
              <a:ext uri="{FF2B5EF4-FFF2-40B4-BE49-F238E27FC236}">
                <a16:creationId xmlns:a16="http://schemas.microsoft.com/office/drawing/2014/main" id="{A04AA29D-41E7-06F1-DA88-95401F827C71}"/>
              </a:ext>
            </a:extLst>
          </p:cNvPr>
          <p:cNvSpPr/>
          <p:nvPr/>
        </p:nvSpPr>
        <p:spPr>
          <a:xfrm rot="10800000" flipH="1">
            <a:off x="0" y="1160771"/>
            <a:ext cx="16539882" cy="2451405"/>
          </a:xfrm>
          <a:prstGeom prst="rect">
            <a:avLst/>
          </a:prstGeom>
          <a:gradFill flip="none" rotWithShape="1">
            <a:gsLst>
              <a:gs pos="575">
                <a:schemeClr val="accent2"/>
              </a:gs>
              <a:gs pos="37000">
                <a:schemeClr val="bg1">
                  <a:alpha val="0"/>
                </a:schemeClr>
              </a:gs>
            </a:gsLst>
            <a:lin ang="168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solidFill>
                <a:schemeClr val="tx1"/>
              </a:solidFill>
            </a:endParaRPr>
          </a:p>
        </p:txBody>
      </p:sp>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2800350" y="2877216"/>
            <a:ext cx="4408779" cy="3145221"/>
          </a:xfrm>
        </p:spPr>
        <p:txBody>
          <a:bodyPr vert="horz" lIns="91440" tIns="45720" rIns="91440" bIns="45720" rtlCol="0" anchor="t">
            <a:normAutofit/>
          </a:bodyPr>
          <a:lstStyle>
            <a:lvl1pPr>
              <a:defRPr lang="en-US" dirty="0">
                <a:solidFill>
                  <a:schemeClr val="tx1"/>
                </a:solidFill>
              </a:defRPr>
            </a:lvl1pPr>
          </a:lstStyle>
          <a:p>
            <a:pPr lvl="0"/>
            <a:r>
              <a:rPr lang="en-US"/>
              <a:t>Click to edit Master title style</a:t>
            </a:r>
          </a:p>
        </p:txBody>
      </p:sp>
      <p:sp>
        <p:nvSpPr>
          <p:cNvPr id="3" name="Date Placeholder 2">
            <a:extLst>
              <a:ext uri="{FF2B5EF4-FFF2-40B4-BE49-F238E27FC236}">
                <a16:creationId xmlns:a16="http://schemas.microsoft.com/office/drawing/2014/main" id="{11C4CAAF-9048-5116-D3C8-15E595C3BC25}"/>
              </a:ext>
            </a:extLst>
          </p:cNvPr>
          <p:cNvSpPr>
            <a:spLocks noGrp="1"/>
          </p:cNvSpPr>
          <p:nvPr>
            <p:ph type="dt" sz="half" idx="14"/>
          </p:nvPr>
        </p:nvSpPr>
        <p:spPr/>
        <p:txBody>
          <a:bodyPr/>
          <a:lstStyle/>
          <a:p>
            <a:fld id="{1D8BD707-D9CF-40AE-B4C6-C98DA3205C09}" type="datetimeFigureOut">
              <a:rPr lang="en-US" smtClean="0"/>
              <a:pPr/>
              <a:t>8/28/2026</a:t>
            </a:fld>
            <a:endParaRPr lang="en-US"/>
          </a:p>
        </p:txBody>
      </p:sp>
      <p:sp>
        <p:nvSpPr>
          <p:cNvPr id="7" name="Footer Placeholder 6">
            <a:extLst>
              <a:ext uri="{FF2B5EF4-FFF2-40B4-BE49-F238E27FC236}">
                <a16:creationId xmlns:a16="http://schemas.microsoft.com/office/drawing/2014/main" id="{F3B715D2-E75C-A2E6-CE7A-70CE2EFA5E82}"/>
              </a:ext>
            </a:extLst>
          </p:cNvPr>
          <p:cNvSpPr>
            <a:spLocks noGrp="1"/>
          </p:cNvSpPr>
          <p:nvPr>
            <p:ph type="ftr" sz="quarter" idx="15"/>
          </p:nvPr>
        </p:nvSpPr>
        <p:spPr>
          <a:xfrm>
            <a:off x="8001001" y="315171"/>
            <a:ext cx="4409237" cy="548640"/>
          </a:xfrm>
        </p:spPr>
        <p:txBody>
          <a:bodyPr/>
          <a:lstStyle/>
          <a:p>
            <a:endParaRPr lang="en-US"/>
          </a:p>
        </p:txBody>
      </p:sp>
      <p:sp>
        <p:nvSpPr>
          <p:cNvPr id="9" name="Slide Number Placeholder 8">
            <a:extLst>
              <a:ext uri="{FF2B5EF4-FFF2-40B4-BE49-F238E27FC236}">
                <a16:creationId xmlns:a16="http://schemas.microsoft.com/office/drawing/2014/main" id="{CBF8E49B-DD4C-66AF-8D2C-52110DB227F6}"/>
              </a:ext>
            </a:extLst>
          </p:cNvPr>
          <p:cNvSpPr>
            <a:spLocks noGrp="1"/>
          </p:cNvSpPr>
          <p:nvPr>
            <p:ph type="sldNum" sz="quarter" idx="16"/>
          </p:nvPr>
        </p:nvSpPr>
        <p:spPr/>
        <p:txBody>
          <a:bodyPr/>
          <a:lstStyle/>
          <a:p>
            <a:fld id="{B6F15528-21DE-4FAA-801E-634DDDAF4B2B}" type="slidenum">
              <a:rPr lang="en-US" smtClean="0"/>
              <a:pPr/>
              <a:t>‹#›</a:t>
            </a:fld>
            <a:endParaRPr lang="en-US"/>
          </a:p>
        </p:txBody>
      </p:sp>
      <p:sp>
        <p:nvSpPr>
          <p:cNvPr id="8" name="Content Placeholder 7">
            <a:extLst>
              <a:ext uri="{FF2B5EF4-FFF2-40B4-BE49-F238E27FC236}">
                <a16:creationId xmlns:a16="http://schemas.microsoft.com/office/drawing/2014/main" id="{8C71126E-AEFA-B45A-CD39-AC1315E03339}"/>
              </a:ext>
            </a:extLst>
          </p:cNvPr>
          <p:cNvSpPr>
            <a:spLocks noGrp="1"/>
          </p:cNvSpPr>
          <p:nvPr>
            <p:ph sz="quarter" idx="13"/>
          </p:nvPr>
        </p:nvSpPr>
        <p:spPr>
          <a:xfrm>
            <a:off x="8001000" y="2877218"/>
            <a:ext cx="7486650" cy="619954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46368267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p:cSld name="Content with Pictur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452628" y="1428750"/>
            <a:ext cx="4999176" cy="2372868"/>
          </a:xfrm>
        </p:spPr>
        <p:txBody>
          <a:bodyPr anchor="b"/>
          <a:lstStyle/>
          <a:p>
            <a:r>
              <a:rPr lang="en-US"/>
              <a:t>Click to edit Master title style</a:t>
            </a:r>
          </a:p>
        </p:txBody>
      </p:sp>
      <p:sp>
        <p:nvSpPr>
          <p:cNvPr id="3" name="Date Placeholder 2">
            <a:extLst>
              <a:ext uri="{FF2B5EF4-FFF2-40B4-BE49-F238E27FC236}">
                <a16:creationId xmlns:a16="http://schemas.microsoft.com/office/drawing/2014/main" id="{99BE2343-B677-7565-070B-CEED0B0D5463}"/>
              </a:ext>
            </a:extLst>
          </p:cNvPr>
          <p:cNvSpPr>
            <a:spLocks noGrp="1"/>
          </p:cNvSpPr>
          <p:nvPr>
            <p:ph type="dt" sz="half" idx="16"/>
          </p:nvPr>
        </p:nvSpPr>
        <p:spPr>
          <a:xfrm>
            <a:off x="452628" y="308979"/>
            <a:ext cx="1645920" cy="548640"/>
          </a:xfrm>
        </p:spPr>
        <p:txBody>
          <a:bodyPr/>
          <a:lstStyle/>
          <a:p>
            <a:fld id="{1D8BD707-D9CF-40AE-B4C6-C98DA3205C09}" type="datetimeFigureOut">
              <a:rPr lang="en-US" smtClean="0"/>
              <a:pPr/>
              <a:t>8/28/2026</a:t>
            </a:fld>
            <a:endParaRPr lang="en-US"/>
          </a:p>
        </p:txBody>
      </p:sp>
      <p:sp>
        <p:nvSpPr>
          <p:cNvPr id="4" name="Footer Placeholder 3">
            <a:extLst>
              <a:ext uri="{FF2B5EF4-FFF2-40B4-BE49-F238E27FC236}">
                <a16:creationId xmlns:a16="http://schemas.microsoft.com/office/drawing/2014/main" id="{8D8C8E1E-13A9-668C-1F5C-BC271E6A05CF}"/>
              </a:ext>
            </a:extLst>
          </p:cNvPr>
          <p:cNvSpPr>
            <a:spLocks noGrp="1"/>
          </p:cNvSpPr>
          <p:nvPr>
            <p:ph type="ftr" sz="quarter" idx="17"/>
          </p:nvPr>
        </p:nvSpPr>
        <p:spPr>
          <a:xfrm>
            <a:off x="2241567" y="310937"/>
            <a:ext cx="2459058" cy="548640"/>
          </a:xfrm>
        </p:spPr>
        <p:txBody>
          <a:bodyPr/>
          <a:lstStyle/>
          <a:p>
            <a:endParaRPr lang="en-US"/>
          </a:p>
        </p:txBody>
      </p:sp>
      <p:sp>
        <p:nvSpPr>
          <p:cNvPr id="9" name="Slide Number Placeholder 8">
            <a:extLst>
              <a:ext uri="{FF2B5EF4-FFF2-40B4-BE49-F238E27FC236}">
                <a16:creationId xmlns:a16="http://schemas.microsoft.com/office/drawing/2014/main" id="{394BC881-6669-50F2-64F2-57BD81A93BCE}"/>
              </a:ext>
            </a:extLst>
          </p:cNvPr>
          <p:cNvSpPr>
            <a:spLocks noGrp="1"/>
          </p:cNvSpPr>
          <p:nvPr>
            <p:ph type="sldNum" sz="quarter" idx="18"/>
          </p:nvPr>
        </p:nvSpPr>
        <p:spPr>
          <a:xfrm>
            <a:off x="4711140" y="315171"/>
            <a:ext cx="740664" cy="548640"/>
          </a:xfrm>
        </p:spPr>
        <p:txBody>
          <a:bodyPr/>
          <a:lstStyle/>
          <a:p>
            <a:fld id="{B6F15528-21DE-4FAA-801E-634DDDAF4B2B}" type="slidenum">
              <a:rPr lang="en-US" smtClean="0"/>
              <a:pPr/>
              <a:t>‹#›</a:t>
            </a:fld>
            <a:endParaRPr lang="en-US"/>
          </a:p>
        </p:txBody>
      </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452628" y="4649724"/>
            <a:ext cx="4999176" cy="4581144"/>
          </a:xfrm>
        </p:spPr>
        <p:txBody>
          <a:bodyPr>
            <a:normAutofit/>
          </a:bodyPr>
          <a:lstStyle>
            <a:lvl1pPr marL="0" indent="0">
              <a:buNone/>
              <a:defRPr sz="2100"/>
            </a:lvl1pPr>
            <a:lvl2pPr marL="342900" indent="0">
              <a:buNone/>
              <a:defRPr sz="2100"/>
            </a:lvl2pPr>
            <a:lvl3pPr marL="685800" indent="0">
              <a:buNone/>
              <a:defRPr sz="2100"/>
            </a:lvl3pPr>
            <a:lvl4pPr marL="1028700" indent="0">
              <a:buNone/>
              <a:defRPr sz="2100"/>
            </a:lvl4pPr>
            <a:lvl5pPr marL="1371600" indent="0">
              <a:buNone/>
              <a:defRPr sz="2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Picture Placeholder 9">
            <a:extLst>
              <a:ext uri="{FF2B5EF4-FFF2-40B4-BE49-F238E27FC236}">
                <a16:creationId xmlns:a16="http://schemas.microsoft.com/office/drawing/2014/main" id="{F93A3E8A-C3F5-3D0B-FDE4-68B52DFE7196}"/>
              </a:ext>
            </a:extLst>
          </p:cNvPr>
          <p:cNvSpPr>
            <a:spLocks noGrp="1"/>
          </p:cNvSpPr>
          <p:nvPr>
            <p:ph type="pic" sz="quarter" idx="15" hasCustomPrompt="1"/>
          </p:nvPr>
        </p:nvSpPr>
        <p:spPr>
          <a:xfrm>
            <a:off x="6229350" y="0"/>
            <a:ext cx="12058650" cy="10287000"/>
          </a:xfrm>
          <a:blipFill dpi="0" rotWithShape="1">
            <a:blip r:embed="rId2">
              <a:alphaModFix amt="60000"/>
            </a:blip>
            <a:srcRect/>
            <a:stretch>
              <a:fillRect/>
            </a:stretch>
          </a:blipFill>
        </p:spPr>
        <p:txBody>
          <a:bodyPr/>
          <a:lstStyle>
            <a:lvl1pPr>
              <a:defRPr/>
            </a:lvl1pPr>
          </a:lstStyle>
          <a:p>
            <a:r>
              <a:rPr lang="en-US" dirty="0"/>
              <a:t>   </a:t>
            </a:r>
          </a:p>
        </p:txBody>
      </p:sp>
      <p:cxnSp>
        <p:nvCxnSpPr>
          <p:cNvPr id="5" name="Straight Connector 4">
            <a:extLst>
              <a:ext uri="{FF2B5EF4-FFF2-40B4-BE49-F238E27FC236}">
                <a16:creationId xmlns:a16="http://schemas.microsoft.com/office/drawing/2014/main" id="{2A942C55-3382-C50D-76EB-793EA21DA34F}"/>
              </a:ext>
            </a:extLst>
          </p:cNvPr>
          <p:cNvCxnSpPr>
            <a:cxnSpLocks/>
          </p:cNvCxnSpPr>
          <p:nvPr/>
        </p:nvCxnSpPr>
        <p:spPr>
          <a:xfrm flipH="1">
            <a:off x="595932" y="4216916"/>
            <a:ext cx="4869207" cy="0"/>
          </a:xfrm>
          <a:prstGeom prst="line">
            <a:avLst/>
          </a:prstGeom>
          <a:ln w="6350">
            <a:solidFill>
              <a:schemeClr val="tx1">
                <a:lumMod val="75000"/>
                <a:alpha val="34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974870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p:cSld name="Content with Picture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452628" y="6423077"/>
            <a:ext cx="5116437" cy="2299464"/>
          </a:xfrm>
        </p:spPr>
        <p:txBody>
          <a:bodyPr anchor="t">
            <a:normAutofit/>
          </a:bodyPr>
          <a:lstStyle>
            <a:lvl1pPr>
              <a:defRPr sz="4200"/>
            </a:lvl1pPr>
          </a:lstStyle>
          <a:p>
            <a:r>
              <a:rPr lang="en-US"/>
              <a:t>Click to edit Master title style</a:t>
            </a:r>
          </a:p>
        </p:txBody>
      </p:sp>
      <p:sp>
        <p:nvSpPr>
          <p:cNvPr id="4" name="Picture Placeholder 3">
            <a:extLst>
              <a:ext uri="{FF2B5EF4-FFF2-40B4-BE49-F238E27FC236}">
                <a16:creationId xmlns:a16="http://schemas.microsoft.com/office/drawing/2014/main" id="{1C17E7B2-E2F9-D41D-D140-E89E0C3F5B96}"/>
              </a:ext>
            </a:extLst>
          </p:cNvPr>
          <p:cNvSpPr>
            <a:spLocks noGrp="1"/>
          </p:cNvSpPr>
          <p:nvPr>
            <p:ph type="pic" sz="quarter" idx="16" hasCustomPrompt="1"/>
          </p:nvPr>
        </p:nvSpPr>
        <p:spPr>
          <a:xfrm>
            <a:off x="0" y="1"/>
            <a:ext cx="18288000" cy="5796113"/>
          </a:xfrm>
          <a:blipFill dpi="0" rotWithShape="1">
            <a:blip r:embed="rId2">
              <a:alphaModFix amt="60000"/>
            </a:blip>
            <a:srcRect/>
            <a:stretch>
              <a:fillRect/>
            </a:stretch>
          </a:blipFill>
        </p:spPr>
        <p:txBody>
          <a:bodyPr/>
          <a:lstStyle>
            <a:lvl1pPr>
              <a:defRPr/>
            </a:lvl1pPr>
          </a:lstStyle>
          <a:p>
            <a:r>
              <a:rPr lang="en-US" dirty="0"/>
              <a:t>   </a:t>
            </a:r>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6720841" y="6423077"/>
            <a:ext cx="10515599" cy="2299464"/>
          </a:xfrm>
        </p:spPr>
        <p:txBody>
          <a:bodyPr>
            <a:noAutofit/>
          </a:bodyPr>
          <a:lstStyle>
            <a:lvl1pPr marL="0" indent="0">
              <a:buFont typeface="Arial" panose="020B0604020202020204" pitchFamily="34" charset="0"/>
              <a:buNone/>
              <a:defRPr sz="2400"/>
            </a:lvl1pPr>
            <a:lvl2pPr marL="342900" indent="0">
              <a:buFont typeface="Arial" panose="020B0604020202020204" pitchFamily="34" charset="0"/>
              <a:buNone/>
              <a:defRPr sz="2100"/>
            </a:lvl2pPr>
            <a:lvl3pPr marL="685800" indent="0">
              <a:buFont typeface="Arial" panose="020B0604020202020204" pitchFamily="34" charset="0"/>
              <a:buNone/>
              <a:defRPr sz="1800"/>
            </a:lvl3pPr>
            <a:lvl4pPr marL="1028700" indent="0">
              <a:buFont typeface="Arial" panose="020B0604020202020204" pitchFamily="34" charset="0"/>
              <a:buNone/>
              <a:defRPr sz="1650"/>
            </a:lvl4pPr>
            <a:lvl5pPr marL="1371600" indent="0">
              <a:buFont typeface="Arial" panose="020B0604020202020204" pitchFamily="34" charset="0"/>
              <a:buNone/>
              <a:defRPr sz="1575"/>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452628" y="9395460"/>
            <a:ext cx="2638932" cy="548640"/>
          </a:xfrm>
        </p:spPr>
        <p:txBody>
          <a:bodyPr/>
          <a:lstStyle/>
          <a:p>
            <a:fld id="{1D8BD707-D9CF-40AE-B4C6-C98DA3205C09}" type="datetimeFigureOut">
              <a:rPr lang="en-US" smtClean="0"/>
              <a:pPr/>
              <a:t>8/28/2026</a:t>
            </a:fld>
            <a:endParaRPr lang="en-US"/>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6720840" y="9395460"/>
            <a:ext cx="3763926" cy="548640"/>
          </a:xfrm>
        </p:spPr>
        <p:txBody>
          <a:bodyPr/>
          <a:lstStyle/>
          <a:p>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16950485" y="9395460"/>
            <a:ext cx="908213" cy="548640"/>
          </a:xfrm>
        </p:spPr>
        <p:txBody>
          <a:bodyPr/>
          <a:lstStyle/>
          <a:p>
            <a:fld id="{B6F15528-21DE-4FAA-801E-634DDDAF4B2B}" type="slidenum">
              <a:rPr lang="en-US" smtClean="0"/>
              <a:pPr/>
              <a:t>‹#›</a:t>
            </a:fld>
            <a:endParaRPr lang="en-US"/>
          </a:p>
        </p:txBody>
      </p:sp>
      <p:cxnSp>
        <p:nvCxnSpPr>
          <p:cNvPr id="9" name="Straight Connector 8">
            <a:extLst>
              <a:ext uri="{FF2B5EF4-FFF2-40B4-BE49-F238E27FC236}">
                <a16:creationId xmlns:a16="http://schemas.microsoft.com/office/drawing/2014/main" id="{16192296-0A21-2685-A792-B2723855E5B3}"/>
              </a:ext>
            </a:extLst>
          </p:cNvPr>
          <p:cNvCxnSpPr>
            <a:cxnSpLocks/>
          </p:cNvCxnSpPr>
          <p:nvPr/>
        </p:nvCxnSpPr>
        <p:spPr>
          <a:xfrm flipH="1">
            <a:off x="592074" y="9142790"/>
            <a:ext cx="17103852" cy="0"/>
          </a:xfrm>
          <a:prstGeom prst="line">
            <a:avLst/>
          </a:prstGeom>
          <a:ln w="6350">
            <a:solidFill>
              <a:schemeClr val="tx1">
                <a:lumMod val="50000"/>
                <a:alpha val="6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9909035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p:cSld name="Content with Picture 3">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9D0E9D96-CB28-0F2C-BBB9-CE51B3EEBF53}"/>
              </a:ext>
            </a:extLst>
          </p:cNvPr>
          <p:cNvSpPr/>
          <p:nvPr/>
        </p:nvSpPr>
        <p:spPr>
          <a:xfrm flipH="1">
            <a:off x="10439399" y="8624520"/>
            <a:ext cx="7848600" cy="1662480"/>
          </a:xfrm>
          <a:prstGeom prst="rect">
            <a:avLst/>
          </a:prstGeom>
          <a:gradFill>
            <a:gsLst>
              <a:gs pos="65000">
                <a:schemeClr val="accent1">
                  <a:lumMod val="50000"/>
                  <a:alpha val="0"/>
                </a:schemeClr>
              </a:gs>
              <a:gs pos="100000">
                <a:schemeClr val="accent6">
                  <a:lumMod val="75000"/>
                </a:schemeClr>
              </a:gs>
            </a:gsLst>
            <a:lin ang="576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11237976" y="1433716"/>
            <a:ext cx="6172200" cy="1866077"/>
          </a:xfrm>
        </p:spPr>
        <p:txBody>
          <a:bodyPr anchor="b"/>
          <a:lstStyle/>
          <a:p>
            <a:r>
              <a:rPr lang="en-US"/>
              <a:t>Click to edit Master title style</a:t>
            </a:r>
          </a:p>
        </p:txBody>
      </p:sp>
      <p:sp>
        <p:nvSpPr>
          <p:cNvPr id="12" name="Picture Placeholder 11">
            <a:extLst>
              <a:ext uri="{FF2B5EF4-FFF2-40B4-BE49-F238E27FC236}">
                <a16:creationId xmlns:a16="http://schemas.microsoft.com/office/drawing/2014/main" id="{F8A45037-DD9A-9287-B37A-49CD4CC3CAFB}"/>
              </a:ext>
            </a:extLst>
          </p:cNvPr>
          <p:cNvSpPr>
            <a:spLocks noGrp="1"/>
          </p:cNvSpPr>
          <p:nvPr>
            <p:ph type="pic" sz="quarter" idx="15" hasCustomPrompt="1"/>
          </p:nvPr>
        </p:nvSpPr>
        <p:spPr>
          <a:xfrm>
            <a:off x="0" y="2"/>
            <a:ext cx="10439400" cy="10287000"/>
          </a:xfrm>
          <a:blipFill>
            <a:blip r:embed="rId2">
              <a:alphaModFix amt="60000"/>
            </a:blip>
            <a:stretch>
              <a:fillRect/>
            </a:stretch>
          </a:blipFill>
        </p:spPr>
        <p:txBody>
          <a:bodyPr/>
          <a:lstStyle>
            <a:lvl1pPr>
              <a:defRPr/>
            </a:lvl1pPr>
          </a:lstStyle>
          <a:p>
            <a:r>
              <a:rPr lang="en-US" dirty="0"/>
              <a:t>   </a:t>
            </a:r>
          </a:p>
        </p:txBody>
      </p:sp>
      <p:sp>
        <p:nvSpPr>
          <p:cNvPr id="4" name="Date Placeholder 3">
            <a:extLst>
              <a:ext uri="{FF2B5EF4-FFF2-40B4-BE49-F238E27FC236}">
                <a16:creationId xmlns:a16="http://schemas.microsoft.com/office/drawing/2014/main" id="{1762B38A-33A6-F8AC-C9B9-FA400D29071B}"/>
              </a:ext>
            </a:extLst>
          </p:cNvPr>
          <p:cNvSpPr>
            <a:spLocks noGrp="1"/>
          </p:cNvSpPr>
          <p:nvPr>
            <p:ph type="dt" sz="half" idx="16"/>
          </p:nvPr>
        </p:nvSpPr>
        <p:spPr>
          <a:xfrm>
            <a:off x="11204147" y="315171"/>
            <a:ext cx="2228850" cy="548640"/>
          </a:xfrm>
        </p:spPr>
        <p:txBody>
          <a:bodyPr/>
          <a:lstStyle/>
          <a:p>
            <a:fld id="{1D8BD707-D9CF-40AE-B4C6-C98DA3205C09}" type="datetimeFigureOut">
              <a:rPr lang="en-US" smtClean="0"/>
              <a:pPr/>
              <a:t>8/28/2026</a:t>
            </a:fld>
            <a:endParaRPr lang="en-US"/>
          </a:p>
        </p:txBody>
      </p:sp>
      <p:sp>
        <p:nvSpPr>
          <p:cNvPr id="11" name="Footer Placeholder 10">
            <a:extLst>
              <a:ext uri="{FF2B5EF4-FFF2-40B4-BE49-F238E27FC236}">
                <a16:creationId xmlns:a16="http://schemas.microsoft.com/office/drawing/2014/main" id="{6F5CC625-CD4F-F9C5-5E5D-05B78AE7CEE1}"/>
              </a:ext>
            </a:extLst>
          </p:cNvPr>
          <p:cNvSpPr>
            <a:spLocks noGrp="1"/>
          </p:cNvSpPr>
          <p:nvPr>
            <p:ph type="ftr" sz="quarter" idx="17"/>
          </p:nvPr>
        </p:nvSpPr>
        <p:spPr>
          <a:xfrm>
            <a:off x="14064144" y="315171"/>
            <a:ext cx="2790696" cy="548640"/>
          </a:xfrm>
        </p:spPr>
        <p:txBody>
          <a:bodyPr/>
          <a:lstStyle/>
          <a:p>
            <a:endParaRPr lang="en-US"/>
          </a:p>
        </p:txBody>
      </p:sp>
      <p:sp>
        <p:nvSpPr>
          <p:cNvPr id="13" name="Slide Number Placeholder 12">
            <a:extLst>
              <a:ext uri="{FF2B5EF4-FFF2-40B4-BE49-F238E27FC236}">
                <a16:creationId xmlns:a16="http://schemas.microsoft.com/office/drawing/2014/main" id="{E5B1B358-15B5-2BEF-0B1B-0BC9F05FFA1A}"/>
              </a:ext>
            </a:extLst>
          </p:cNvPr>
          <p:cNvSpPr>
            <a:spLocks noGrp="1"/>
          </p:cNvSpPr>
          <p:nvPr>
            <p:ph type="sldNum" sz="quarter" idx="18"/>
          </p:nvPr>
        </p:nvSpPr>
        <p:spPr/>
        <p:txBody>
          <a:bodyPr/>
          <a:lstStyle/>
          <a:p>
            <a:fld id="{B6F15528-21DE-4FAA-801E-634DDDAF4B2B}" type="slidenum">
              <a:rPr lang="en-US" smtClean="0"/>
              <a:pPr/>
              <a:t>‹#›</a:t>
            </a:fld>
            <a:endParaRPr lang="en-US"/>
          </a:p>
        </p:txBody>
      </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11237976" y="4186550"/>
            <a:ext cx="6172200" cy="5074920"/>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5" name="Straight Connector 4">
            <a:extLst>
              <a:ext uri="{FF2B5EF4-FFF2-40B4-BE49-F238E27FC236}">
                <a16:creationId xmlns:a16="http://schemas.microsoft.com/office/drawing/2014/main" id="{BE9AF0A0-5001-F380-4488-B02AB3C79B31}"/>
              </a:ext>
            </a:extLst>
          </p:cNvPr>
          <p:cNvCxnSpPr>
            <a:cxnSpLocks/>
          </p:cNvCxnSpPr>
          <p:nvPr/>
        </p:nvCxnSpPr>
        <p:spPr>
          <a:xfrm flipH="1">
            <a:off x="11393162" y="3713634"/>
            <a:ext cx="6017015" cy="0"/>
          </a:xfrm>
          <a:prstGeom prst="line">
            <a:avLst/>
          </a:prstGeom>
          <a:ln w="6350">
            <a:solidFill>
              <a:schemeClr val="tx1">
                <a:lumMod val="75000"/>
                <a:alpha val="34000"/>
              </a:schemeClr>
            </a:solidFill>
          </a:ln>
        </p:spPr>
        <p:style>
          <a:lnRef idx="1">
            <a:schemeClr val="accent1"/>
          </a:lnRef>
          <a:fillRef idx="0">
            <a:schemeClr val="accent1"/>
          </a:fillRef>
          <a:effectRef idx="0">
            <a:schemeClr val="accent1"/>
          </a:effectRef>
          <a:fontRef idx="minor">
            <a:schemeClr val="tx1"/>
          </a:fontRef>
        </p:style>
      </p:cxnSp>
      <p:sp>
        <p:nvSpPr>
          <p:cNvPr id="6" name="Rectangle 5">
            <a:extLst>
              <a:ext uri="{FF2B5EF4-FFF2-40B4-BE49-F238E27FC236}">
                <a16:creationId xmlns:a16="http://schemas.microsoft.com/office/drawing/2014/main" id="{3ED0235B-B98B-7313-28E9-8E643CDFF4A6}"/>
              </a:ext>
            </a:extLst>
          </p:cNvPr>
          <p:cNvSpPr/>
          <p:nvPr/>
        </p:nvSpPr>
        <p:spPr>
          <a:xfrm flipH="1">
            <a:off x="10439399" y="8624520"/>
            <a:ext cx="7848600" cy="1662480"/>
          </a:xfrm>
          <a:prstGeom prst="rect">
            <a:avLst/>
          </a:prstGeom>
          <a:gradFill>
            <a:gsLst>
              <a:gs pos="65000">
                <a:schemeClr val="accent1">
                  <a:lumMod val="50000"/>
                  <a:alpha val="0"/>
                </a:schemeClr>
              </a:gs>
              <a:gs pos="100000">
                <a:schemeClr val="accent6">
                  <a:lumMod val="75000"/>
                </a:schemeClr>
              </a:gs>
            </a:gsLst>
            <a:lin ang="576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Tree>
    <p:extLst>
      <p:ext uri="{BB962C8B-B14F-4D97-AF65-F5344CB8AC3E}">
        <p14:creationId xmlns:p14="http://schemas.microsoft.com/office/powerpoint/2010/main" val="174746560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Content with Picture 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452628" y="1526529"/>
            <a:ext cx="5116437" cy="2299464"/>
          </a:xfrm>
        </p:spPr>
        <p:txBody>
          <a:bodyPr anchor="t">
            <a:normAutofit/>
          </a:bodyPr>
          <a:lstStyle>
            <a:lvl1pPr>
              <a:defRPr sz="4200"/>
            </a:lvl1pPr>
          </a:lstStyle>
          <a:p>
            <a:r>
              <a:rPr lang="en-US"/>
              <a:t>Click to edit Master title style</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1D8BD707-D9CF-40AE-B4C6-C98DA3205C09}" type="datetimeFigureOut">
              <a:rPr lang="en-US" smtClean="0"/>
              <a:pPr/>
              <a:t>8/28/2026</a:t>
            </a:fld>
            <a:endParaRPr lang="en-US"/>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6720840" y="315171"/>
            <a:ext cx="3763926" cy="548640"/>
          </a:xfrm>
        </p:spPr>
        <p:txBody>
          <a:bodyPr/>
          <a:lstStyle/>
          <a:p>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B6F15528-21DE-4FAA-801E-634DDDAF4B2B}" type="slidenum">
              <a:rPr lang="en-US" smtClean="0"/>
              <a:pPr/>
              <a:t>‹#›</a:t>
            </a:fld>
            <a:endParaRPr lang="en-US"/>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6720841" y="1526529"/>
            <a:ext cx="10515599" cy="3566160"/>
          </a:xfrm>
        </p:spPr>
        <p:txBody>
          <a:bodyPr>
            <a:noAutofit/>
          </a:bodyPr>
          <a:lstStyle>
            <a:lvl1pPr marL="0" indent="0">
              <a:buFont typeface="Arial" panose="020B0604020202020204" pitchFamily="34" charset="0"/>
              <a:buNone/>
              <a:defRPr sz="2400"/>
            </a:lvl1pPr>
            <a:lvl2pPr marL="342900" indent="0">
              <a:buFont typeface="Arial" panose="020B0604020202020204" pitchFamily="34" charset="0"/>
              <a:buNone/>
              <a:defRPr sz="2100"/>
            </a:lvl2pPr>
            <a:lvl3pPr marL="685800" indent="0">
              <a:buFont typeface="Arial" panose="020B0604020202020204" pitchFamily="34" charset="0"/>
              <a:buNone/>
              <a:defRPr sz="1800"/>
            </a:lvl3pPr>
            <a:lvl4pPr marL="1028700" indent="0">
              <a:buFont typeface="Arial" panose="020B0604020202020204" pitchFamily="34" charset="0"/>
              <a:buNone/>
              <a:defRPr sz="1650"/>
            </a:lvl4pPr>
            <a:lvl5pPr marL="1371600" indent="0">
              <a:buFont typeface="Arial" panose="020B0604020202020204" pitchFamily="34" charset="0"/>
              <a:buNone/>
              <a:defRPr sz="1575"/>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Picture Placeholder 3">
            <a:extLst>
              <a:ext uri="{FF2B5EF4-FFF2-40B4-BE49-F238E27FC236}">
                <a16:creationId xmlns:a16="http://schemas.microsoft.com/office/drawing/2014/main" id="{1C17E7B2-E2F9-D41D-D140-E89E0C3F5B96}"/>
              </a:ext>
            </a:extLst>
          </p:cNvPr>
          <p:cNvSpPr>
            <a:spLocks noGrp="1"/>
          </p:cNvSpPr>
          <p:nvPr>
            <p:ph type="pic" sz="quarter" idx="16" hasCustomPrompt="1"/>
          </p:nvPr>
        </p:nvSpPr>
        <p:spPr>
          <a:xfrm>
            <a:off x="0" y="5756564"/>
            <a:ext cx="18288000" cy="4530437"/>
          </a:xfrm>
          <a:blipFill dpi="0" rotWithShape="1">
            <a:blip r:embed="rId2">
              <a:alphaModFix amt="60000"/>
            </a:blip>
            <a:srcRect/>
            <a:stretch>
              <a:fillRect t="-27937"/>
            </a:stretch>
          </a:blipFill>
        </p:spPr>
        <p:txBody>
          <a:bodyPr/>
          <a:lstStyle>
            <a:lvl1pPr>
              <a:defRPr/>
            </a:lvl1pPr>
          </a:lstStyle>
          <a:p>
            <a:r>
              <a:rPr lang="en-US" dirty="0"/>
              <a:t>   </a:t>
            </a:r>
          </a:p>
        </p:txBody>
      </p:sp>
    </p:spTree>
    <p:extLst>
      <p:ext uri="{BB962C8B-B14F-4D97-AF65-F5344CB8AC3E}">
        <p14:creationId xmlns:p14="http://schemas.microsoft.com/office/powerpoint/2010/main" val="359881709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p:cSld name="Content with Picture 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452628" y="2057400"/>
            <a:ext cx="5212080" cy="3429000"/>
          </a:xfrm>
        </p:spPr>
        <p:txBody>
          <a:bodyPr anchor="t"/>
          <a:lstStyle/>
          <a:p>
            <a:r>
              <a:rPr lang="en-US"/>
              <a:t>Click to edit Master title style</a:t>
            </a:r>
          </a:p>
        </p:txBody>
      </p:sp>
      <p:sp>
        <p:nvSpPr>
          <p:cNvPr id="3" name="Date Placeholder 2">
            <a:extLst>
              <a:ext uri="{FF2B5EF4-FFF2-40B4-BE49-F238E27FC236}">
                <a16:creationId xmlns:a16="http://schemas.microsoft.com/office/drawing/2014/main" id="{FB8772B0-B493-B608-E389-35329DEF2016}"/>
              </a:ext>
            </a:extLst>
          </p:cNvPr>
          <p:cNvSpPr>
            <a:spLocks noGrp="1"/>
          </p:cNvSpPr>
          <p:nvPr>
            <p:ph type="dt" sz="half" idx="16"/>
          </p:nvPr>
        </p:nvSpPr>
        <p:spPr/>
        <p:txBody>
          <a:bodyPr/>
          <a:lstStyle/>
          <a:p>
            <a:fld id="{1D8BD707-D9CF-40AE-B4C6-C98DA3205C09}" type="datetimeFigureOut">
              <a:rPr lang="en-US" smtClean="0"/>
              <a:pPr/>
              <a:t>8/28/2026</a:t>
            </a:fld>
            <a:endParaRPr lang="en-US"/>
          </a:p>
        </p:txBody>
      </p:sp>
      <p:sp>
        <p:nvSpPr>
          <p:cNvPr id="12" name="Footer Placeholder 11">
            <a:extLst>
              <a:ext uri="{FF2B5EF4-FFF2-40B4-BE49-F238E27FC236}">
                <a16:creationId xmlns:a16="http://schemas.microsoft.com/office/drawing/2014/main" id="{0BFB2EA8-AADE-E8CD-890F-EA9F9968B253}"/>
              </a:ext>
            </a:extLst>
          </p:cNvPr>
          <p:cNvSpPr>
            <a:spLocks noGrp="1"/>
          </p:cNvSpPr>
          <p:nvPr>
            <p:ph type="ftr" sz="quarter" idx="17"/>
          </p:nvPr>
        </p:nvSpPr>
        <p:spPr>
          <a:xfrm>
            <a:off x="6686551" y="315171"/>
            <a:ext cx="4288961" cy="548640"/>
          </a:xfrm>
        </p:spPr>
        <p:txBody>
          <a:bodyPr/>
          <a:lstStyle/>
          <a:p>
            <a:endParaRPr lang="en-US"/>
          </a:p>
        </p:txBody>
      </p:sp>
      <p:sp>
        <p:nvSpPr>
          <p:cNvPr id="13" name="Slide Number Placeholder 12">
            <a:extLst>
              <a:ext uri="{FF2B5EF4-FFF2-40B4-BE49-F238E27FC236}">
                <a16:creationId xmlns:a16="http://schemas.microsoft.com/office/drawing/2014/main" id="{D854D38F-A697-A216-CCCB-0C1A9DCBD2FC}"/>
              </a:ext>
            </a:extLst>
          </p:cNvPr>
          <p:cNvSpPr>
            <a:spLocks noGrp="1"/>
          </p:cNvSpPr>
          <p:nvPr>
            <p:ph type="sldNum" sz="quarter" idx="18"/>
          </p:nvPr>
        </p:nvSpPr>
        <p:spPr>
          <a:xfrm>
            <a:off x="11417359" y="315171"/>
            <a:ext cx="908213" cy="548640"/>
          </a:xfrm>
        </p:spPr>
        <p:txBody>
          <a:bodyPr/>
          <a:lstStyle/>
          <a:p>
            <a:fld id="{B6F15528-21DE-4FAA-801E-634DDDAF4B2B}" type="slidenum">
              <a:rPr lang="en-US" smtClean="0"/>
              <a:pPr/>
              <a:t>‹#›</a:t>
            </a:fld>
            <a:endParaRPr lang="en-US"/>
          </a:p>
        </p:txBody>
      </p:sp>
      <p:sp>
        <p:nvSpPr>
          <p:cNvPr id="8" name="Content Placeholder 7">
            <a:extLst>
              <a:ext uri="{FF2B5EF4-FFF2-40B4-BE49-F238E27FC236}">
                <a16:creationId xmlns:a16="http://schemas.microsoft.com/office/drawing/2014/main" id="{8BAC3300-BF12-B200-9F06-8D5AC45CB7EF}"/>
              </a:ext>
            </a:extLst>
          </p:cNvPr>
          <p:cNvSpPr>
            <a:spLocks noGrp="1"/>
          </p:cNvSpPr>
          <p:nvPr>
            <p:ph sz="quarter" idx="14"/>
          </p:nvPr>
        </p:nvSpPr>
        <p:spPr>
          <a:xfrm>
            <a:off x="6686550" y="2057401"/>
            <a:ext cx="5053167" cy="7052915"/>
          </a:xfrm>
        </p:spPr>
        <p:txBody>
          <a:bodyPr rIns="45720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Picture Placeholder 3">
            <a:extLst>
              <a:ext uri="{FF2B5EF4-FFF2-40B4-BE49-F238E27FC236}">
                <a16:creationId xmlns:a16="http://schemas.microsoft.com/office/drawing/2014/main" id="{15A7BF66-FFF1-E318-9AFE-331E011D59C1}"/>
              </a:ext>
            </a:extLst>
          </p:cNvPr>
          <p:cNvSpPr>
            <a:spLocks noGrp="1"/>
          </p:cNvSpPr>
          <p:nvPr>
            <p:ph type="pic" sz="quarter" idx="15" hasCustomPrompt="1"/>
          </p:nvPr>
        </p:nvSpPr>
        <p:spPr>
          <a:xfrm>
            <a:off x="13096568" y="1"/>
            <a:ext cx="5191433" cy="10300319"/>
          </a:xfrm>
          <a:blipFill>
            <a:blip r:embed="rId2">
              <a:alphaModFix amt="60000"/>
            </a:blip>
            <a:stretch>
              <a:fillRect/>
            </a:stretch>
          </a:blipFill>
        </p:spPr>
        <p:txBody>
          <a:bodyPr/>
          <a:lstStyle>
            <a:lvl1pPr>
              <a:defRPr/>
            </a:lvl1pPr>
          </a:lstStyle>
          <a:p>
            <a:r>
              <a:rPr lang="en-US" dirty="0"/>
              <a:t>   </a:t>
            </a:r>
          </a:p>
        </p:txBody>
      </p:sp>
      <p:sp>
        <p:nvSpPr>
          <p:cNvPr id="5" name="Rectangle 4">
            <a:extLst>
              <a:ext uri="{FF2B5EF4-FFF2-40B4-BE49-F238E27FC236}">
                <a16:creationId xmlns:a16="http://schemas.microsoft.com/office/drawing/2014/main" id="{6D750207-6F0E-41F2-98B5-15BCAB2BF9AD}"/>
              </a:ext>
            </a:extLst>
          </p:cNvPr>
          <p:cNvSpPr/>
          <p:nvPr/>
        </p:nvSpPr>
        <p:spPr>
          <a:xfrm flipH="1">
            <a:off x="1" y="7156609"/>
            <a:ext cx="7311992" cy="3143708"/>
          </a:xfrm>
          <a:prstGeom prst="rect">
            <a:avLst/>
          </a:prstGeom>
          <a:gradFill>
            <a:gsLst>
              <a:gs pos="67000">
                <a:schemeClr val="bg2">
                  <a:alpha val="0"/>
                </a:schemeClr>
              </a:gs>
              <a:gs pos="95000">
                <a:schemeClr val="accent1"/>
              </a:gs>
            </a:gsLst>
            <a:lin ang="4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6" name="Rectangle 5">
            <a:extLst>
              <a:ext uri="{FF2B5EF4-FFF2-40B4-BE49-F238E27FC236}">
                <a16:creationId xmlns:a16="http://schemas.microsoft.com/office/drawing/2014/main" id="{E21E79A5-CC18-0B38-C9F4-CA5690475280}"/>
              </a:ext>
            </a:extLst>
          </p:cNvPr>
          <p:cNvSpPr/>
          <p:nvPr/>
        </p:nvSpPr>
        <p:spPr>
          <a:xfrm flipH="1">
            <a:off x="-3" y="5779364"/>
            <a:ext cx="4234650" cy="4534269"/>
          </a:xfrm>
          <a:prstGeom prst="rect">
            <a:avLst/>
          </a:prstGeom>
          <a:gradFill flip="none" rotWithShape="1">
            <a:gsLst>
              <a:gs pos="0">
                <a:schemeClr val="tx2">
                  <a:alpha val="50000"/>
                </a:schemeClr>
              </a:gs>
              <a:gs pos="17000">
                <a:schemeClr val="accent6">
                  <a:lumMod val="60000"/>
                  <a:lumOff val="40000"/>
                  <a:alpha val="52000"/>
                </a:schemeClr>
              </a:gs>
              <a:gs pos="58000">
                <a:schemeClr val="bg1">
                  <a:alpha val="0"/>
                </a:schemeClr>
              </a:gs>
            </a:gsLst>
            <a:path path="circle">
              <a:fillToRect l="100000" t="100000"/>
            </a:path>
            <a:tileRect r="-100000" b="-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solidFill>
                <a:schemeClr val="tx1"/>
              </a:solidFill>
            </a:endParaRPr>
          </a:p>
        </p:txBody>
      </p:sp>
      <p:cxnSp>
        <p:nvCxnSpPr>
          <p:cNvPr id="7" name="Straight Connector 6">
            <a:extLst>
              <a:ext uri="{FF2B5EF4-FFF2-40B4-BE49-F238E27FC236}">
                <a16:creationId xmlns:a16="http://schemas.microsoft.com/office/drawing/2014/main" id="{B80496BC-B679-515B-9928-2CC91AD7A8A2}"/>
              </a:ext>
            </a:extLst>
          </p:cNvPr>
          <p:cNvCxnSpPr>
            <a:cxnSpLocks/>
          </p:cNvCxnSpPr>
          <p:nvPr/>
        </p:nvCxnSpPr>
        <p:spPr>
          <a:xfrm flipH="1">
            <a:off x="595503" y="1126970"/>
            <a:ext cx="11590020" cy="0"/>
          </a:xfrm>
          <a:prstGeom prst="line">
            <a:avLst/>
          </a:prstGeom>
          <a:ln w="6350">
            <a:solidFill>
              <a:schemeClr val="tx1">
                <a:lumMod val="75000"/>
                <a:alpha val="34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95427053"/>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p:cSld name="Content with Picture 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452629" y="1428749"/>
            <a:ext cx="10126691" cy="1876307"/>
          </a:xfrm>
        </p:spPr>
        <p:txBody>
          <a:bodyPr anchor="b"/>
          <a:lstStyle/>
          <a:p>
            <a:r>
              <a:rPr lang="en-US"/>
              <a:t>Click to edit Master title style</a:t>
            </a:r>
          </a:p>
        </p:txBody>
      </p:sp>
      <p:sp>
        <p:nvSpPr>
          <p:cNvPr id="3" name="Date Placeholder 2">
            <a:extLst>
              <a:ext uri="{FF2B5EF4-FFF2-40B4-BE49-F238E27FC236}">
                <a16:creationId xmlns:a16="http://schemas.microsoft.com/office/drawing/2014/main" id="{3907AE70-2FE3-1872-0811-BC089F612855}"/>
              </a:ext>
            </a:extLst>
          </p:cNvPr>
          <p:cNvSpPr>
            <a:spLocks noGrp="1"/>
          </p:cNvSpPr>
          <p:nvPr>
            <p:ph type="dt" sz="half" idx="16"/>
          </p:nvPr>
        </p:nvSpPr>
        <p:spPr>
          <a:xfrm>
            <a:off x="452628" y="305793"/>
            <a:ext cx="3429000" cy="548640"/>
          </a:xfrm>
        </p:spPr>
        <p:txBody>
          <a:bodyPr/>
          <a:lstStyle/>
          <a:p>
            <a:fld id="{1D8BD707-D9CF-40AE-B4C6-C98DA3205C09}" type="datetimeFigureOut">
              <a:rPr lang="en-US" smtClean="0"/>
              <a:pPr/>
              <a:t>8/28/2026</a:t>
            </a:fld>
            <a:endParaRPr lang="en-US"/>
          </a:p>
        </p:txBody>
      </p:sp>
      <p:sp>
        <p:nvSpPr>
          <p:cNvPr id="4" name="Footer Placeholder 3">
            <a:extLst>
              <a:ext uri="{FF2B5EF4-FFF2-40B4-BE49-F238E27FC236}">
                <a16:creationId xmlns:a16="http://schemas.microsoft.com/office/drawing/2014/main" id="{37497486-A221-C6D1-050D-0B3DB326465B}"/>
              </a:ext>
            </a:extLst>
          </p:cNvPr>
          <p:cNvSpPr>
            <a:spLocks noGrp="1"/>
          </p:cNvSpPr>
          <p:nvPr>
            <p:ph type="ftr" sz="quarter" idx="17"/>
          </p:nvPr>
        </p:nvSpPr>
        <p:spPr>
          <a:xfrm>
            <a:off x="3886200" y="305793"/>
            <a:ext cx="4162505" cy="548640"/>
          </a:xfrm>
        </p:spPr>
        <p:txBody>
          <a:bodyPr/>
          <a:lstStyle/>
          <a:p>
            <a:endParaRPr lang="en-US"/>
          </a:p>
        </p:txBody>
      </p:sp>
      <p:sp>
        <p:nvSpPr>
          <p:cNvPr id="9" name="Slide Number Placeholder 8">
            <a:extLst>
              <a:ext uri="{FF2B5EF4-FFF2-40B4-BE49-F238E27FC236}">
                <a16:creationId xmlns:a16="http://schemas.microsoft.com/office/drawing/2014/main" id="{193EE6EB-FF56-B8A3-1408-5C43C49B256E}"/>
              </a:ext>
            </a:extLst>
          </p:cNvPr>
          <p:cNvSpPr>
            <a:spLocks noGrp="1"/>
          </p:cNvSpPr>
          <p:nvPr>
            <p:ph type="sldNum" sz="quarter" idx="18"/>
          </p:nvPr>
        </p:nvSpPr>
        <p:spPr>
          <a:xfrm>
            <a:off x="9371004" y="305793"/>
            <a:ext cx="1297191" cy="548640"/>
          </a:xfrm>
        </p:spPr>
        <p:txBody>
          <a:bodyPr/>
          <a:lstStyle/>
          <a:p>
            <a:fld id="{B6F15528-21DE-4FAA-801E-634DDDAF4B2B}" type="slidenum">
              <a:rPr lang="en-US" smtClean="0"/>
              <a:pPr/>
              <a:t>‹#›</a:t>
            </a:fld>
            <a:endParaRPr lang="en-US"/>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452628" y="3615777"/>
            <a:ext cx="10133271" cy="571110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Picture Placeholder 9">
            <a:extLst>
              <a:ext uri="{FF2B5EF4-FFF2-40B4-BE49-F238E27FC236}">
                <a16:creationId xmlns:a16="http://schemas.microsoft.com/office/drawing/2014/main" id="{EE2866F3-0262-FC88-23E2-359D75EA8A79}"/>
              </a:ext>
            </a:extLst>
          </p:cNvPr>
          <p:cNvSpPr>
            <a:spLocks noGrp="1"/>
          </p:cNvSpPr>
          <p:nvPr>
            <p:ph type="pic" sz="quarter" idx="15" hasCustomPrompt="1"/>
          </p:nvPr>
        </p:nvSpPr>
        <p:spPr>
          <a:xfrm>
            <a:off x="11430000" y="0"/>
            <a:ext cx="6858000" cy="10287000"/>
          </a:xfrm>
          <a:blipFill>
            <a:blip r:embed="rId2">
              <a:alphaModFix amt="60000"/>
            </a:blip>
            <a:stretch>
              <a:fillRect/>
            </a:stretch>
          </a:blipFill>
        </p:spPr>
        <p:txBody>
          <a:bodyPr/>
          <a:lstStyle>
            <a:lvl1pPr>
              <a:defRPr/>
            </a:lvl1pPr>
          </a:lstStyle>
          <a:p>
            <a:r>
              <a:rPr lang="en-US" dirty="0"/>
              <a:t>    </a:t>
            </a:r>
          </a:p>
        </p:txBody>
      </p:sp>
      <p:sp>
        <p:nvSpPr>
          <p:cNvPr id="6" name="Rectangle 5">
            <a:extLst>
              <a:ext uri="{FF2B5EF4-FFF2-40B4-BE49-F238E27FC236}">
                <a16:creationId xmlns:a16="http://schemas.microsoft.com/office/drawing/2014/main" id="{EC640749-9485-B575-4B2A-075EAA112D08}"/>
              </a:ext>
            </a:extLst>
          </p:cNvPr>
          <p:cNvSpPr/>
          <p:nvPr/>
        </p:nvSpPr>
        <p:spPr>
          <a:xfrm flipH="1">
            <a:off x="0" y="5559147"/>
            <a:ext cx="11430000" cy="4727853"/>
          </a:xfrm>
          <a:prstGeom prst="rect">
            <a:avLst/>
          </a:prstGeom>
          <a:gradFill>
            <a:gsLst>
              <a:gs pos="79000">
                <a:schemeClr val="bg2">
                  <a:alpha val="0"/>
                </a:schemeClr>
              </a:gs>
              <a:gs pos="100000">
                <a:schemeClr val="accent6">
                  <a:alpha val="66000"/>
                </a:schemeClr>
              </a:gs>
            </a:gsLst>
            <a:lin ang="528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7" name="Rectangle 6">
            <a:extLst>
              <a:ext uri="{FF2B5EF4-FFF2-40B4-BE49-F238E27FC236}">
                <a16:creationId xmlns:a16="http://schemas.microsoft.com/office/drawing/2014/main" id="{A5E19E54-3987-D72A-629F-B4FB61FCC4E9}"/>
              </a:ext>
            </a:extLst>
          </p:cNvPr>
          <p:cNvSpPr/>
          <p:nvPr/>
        </p:nvSpPr>
        <p:spPr>
          <a:xfrm flipH="1">
            <a:off x="0" y="8395668"/>
            <a:ext cx="11430000" cy="1891332"/>
          </a:xfrm>
          <a:prstGeom prst="rect">
            <a:avLst/>
          </a:prstGeom>
          <a:gradFill flip="none" rotWithShape="1">
            <a:gsLst>
              <a:gs pos="21830">
                <a:schemeClr val="accent1">
                  <a:alpha val="29000"/>
                </a:schemeClr>
              </a:gs>
              <a:gs pos="0">
                <a:schemeClr val="accent5">
                  <a:lumMod val="60000"/>
                  <a:lumOff val="40000"/>
                  <a:alpha val="84000"/>
                </a:schemeClr>
              </a:gs>
              <a:gs pos="57000">
                <a:schemeClr val="bg1">
                  <a:alpha val="0"/>
                </a:schemeClr>
              </a:gs>
            </a:gsLst>
            <a:lin ang="168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solidFill>
                <a:schemeClr val="tx1"/>
              </a:solidFill>
            </a:endParaRPr>
          </a:p>
        </p:txBody>
      </p:sp>
      <p:cxnSp>
        <p:nvCxnSpPr>
          <p:cNvPr id="11" name="Straight Connector 10">
            <a:extLst>
              <a:ext uri="{FF2B5EF4-FFF2-40B4-BE49-F238E27FC236}">
                <a16:creationId xmlns:a16="http://schemas.microsoft.com/office/drawing/2014/main" id="{D34DF899-11E5-3A31-4C5A-75E63BA26BC6}"/>
              </a:ext>
            </a:extLst>
          </p:cNvPr>
          <p:cNvCxnSpPr>
            <a:cxnSpLocks/>
          </p:cNvCxnSpPr>
          <p:nvPr/>
        </p:nvCxnSpPr>
        <p:spPr>
          <a:xfrm flipH="1">
            <a:off x="595503" y="1126970"/>
            <a:ext cx="9930384" cy="0"/>
          </a:xfrm>
          <a:prstGeom prst="line">
            <a:avLst/>
          </a:prstGeom>
          <a:ln w="6350">
            <a:solidFill>
              <a:schemeClr val="tx1">
                <a:lumMod val="75000"/>
                <a:alpha val="34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078120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p:cSld name="Content with Picture 7">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452628" y="4251959"/>
            <a:ext cx="4521573" cy="4389120"/>
          </a:xfrm>
        </p:spPr>
        <p:txBody>
          <a:bodyPr anchor="t">
            <a:normAutofit/>
          </a:bodyPr>
          <a:lstStyle>
            <a:lvl1pPr>
              <a:defRPr sz="4200"/>
            </a:lvl1pPr>
          </a:lstStyle>
          <a:p>
            <a:r>
              <a:rPr lang="en-US"/>
              <a:t>Click to edit Master title style</a:t>
            </a:r>
          </a:p>
        </p:txBody>
      </p:sp>
      <p:sp>
        <p:nvSpPr>
          <p:cNvPr id="4" name="Picture Placeholder 3">
            <a:extLst>
              <a:ext uri="{FF2B5EF4-FFF2-40B4-BE49-F238E27FC236}">
                <a16:creationId xmlns:a16="http://schemas.microsoft.com/office/drawing/2014/main" id="{3DA51E54-3166-19CA-EB55-5DFFB9426CAD}"/>
              </a:ext>
            </a:extLst>
          </p:cNvPr>
          <p:cNvSpPr>
            <a:spLocks noGrp="1"/>
          </p:cNvSpPr>
          <p:nvPr>
            <p:ph type="pic" sz="quarter" idx="19" hasCustomPrompt="1"/>
          </p:nvPr>
        </p:nvSpPr>
        <p:spPr>
          <a:xfrm>
            <a:off x="-26694" y="0"/>
            <a:ext cx="18314694" cy="3630147"/>
          </a:xfrm>
          <a:blipFill dpi="0" rotWithShape="1">
            <a:blip r:embed="rId2">
              <a:alphaModFix amt="60000"/>
            </a:blip>
            <a:srcRect/>
            <a:stretch>
              <a:fillRect/>
            </a:stretch>
          </a:blipFill>
        </p:spPr>
        <p:txBody>
          <a:bodyPr/>
          <a:lstStyle>
            <a:lvl1pPr>
              <a:defRPr/>
            </a:lvl1pPr>
          </a:lstStyle>
          <a:p>
            <a:r>
              <a:rPr lang="en-US" dirty="0"/>
              <a:t>   </a:t>
            </a:r>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6720840" y="4251960"/>
            <a:ext cx="10801350" cy="4389120"/>
          </a:xfrm>
        </p:spPr>
        <p:txBody>
          <a:bodyPr>
            <a:noAutofit/>
          </a:bodyPr>
          <a:lstStyle>
            <a:lvl1pPr marL="428625" indent="-428625">
              <a:buFont typeface="Arial" panose="020B0604020202020204" pitchFamily="34" charset="0"/>
              <a:buNone/>
              <a:defRPr sz="2700"/>
            </a:lvl1pPr>
            <a:lvl2pPr marL="771525" indent="-428625">
              <a:buFont typeface="Arial" panose="020B0604020202020204" pitchFamily="34" charset="0"/>
              <a:buNone/>
              <a:defRPr sz="2400"/>
            </a:lvl2pPr>
            <a:lvl3pPr marL="1114425" indent="-428625">
              <a:buFont typeface="Arial" panose="020B0604020202020204" pitchFamily="34" charset="0"/>
              <a:buNone/>
              <a:defRPr sz="2100"/>
            </a:lvl3pPr>
            <a:lvl4pPr marL="1285875" indent="-257175">
              <a:buFont typeface="Arial" panose="020B0604020202020204" pitchFamily="34" charset="0"/>
              <a:buNone/>
              <a:defRPr sz="1800"/>
            </a:lvl4pPr>
            <a:lvl5pPr marL="1628775" indent="-257175">
              <a:buFont typeface="Arial" panose="020B0604020202020204" pitchFamily="34" charset="0"/>
              <a:buNone/>
              <a:defRPr sz="16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Date Placeholder 12">
            <a:extLst>
              <a:ext uri="{FF2B5EF4-FFF2-40B4-BE49-F238E27FC236}">
                <a16:creationId xmlns:a16="http://schemas.microsoft.com/office/drawing/2014/main" id="{9AA293A1-7F80-90D9-D8FF-27238ADD7956}"/>
              </a:ext>
            </a:extLst>
          </p:cNvPr>
          <p:cNvSpPr>
            <a:spLocks noGrp="1"/>
          </p:cNvSpPr>
          <p:nvPr>
            <p:ph type="dt" sz="half" idx="16"/>
          </p:nvPr>
        </p:nvSpPr>
        <p:spPr>
          <a:xfrm>
            <a:off x="452628" y="9411050"/>
            <a:ext cx="4521573" cy="548640"/>
          </a:xfrm>
        </p:spPr>
        <p:txBody>
          <a:bodyPr/>
          <a:lstStyle/>
          <a:p>
            <a:fld id="{1D8BD707-D9CF-40AE-B4C6-C98DA3205C09}" type="datetimeFigureOut">
              <a:rPr lang="en-US" smtClean="0"/>
              <a:pPr/>
              <a:t>8/28/2026</a:t>
            </a:fld>
            <a:endParaRPr lang="en-US"/>
          </a:p>
        </p:txBody>
      </p:sp>
      <p:sp>
        <p:nvSpPr>
          <p:cNvPr id="14" name="Footer Placeholder 13">
            <a:extLst>
              <a:ext uri="{FF2B5EF4-FFF2-40B4-BE49-F238E27FC236}">
                <a16:creationId xmlns:a16="http://schemas.microsoft.com/office/drawing/2014/main" id="{3BD91724-58CE-FA68-1E24-9CD57621C129}"/>
              </a:ext>
            </a:extLst>
          </p:cNvPr>
          <p:cNvSpPr>
            <a:spLocks noGrp="1"/>
          </p:cNvSpPr>
          <p:nvPr>
            <p:ph type="ftr" sz="quarter" idx="17"/>
          </p:nvPr>
        </p:nvSpPr>
        <p:spPr>
          <a:xfrm>
            <a:off x="6720840" y="9411050"/>
            <a:ext cx="4743450" cy="548640"/>
          </a:xfrm>
        </p:spPr>
        <p:txBody>
          <a:bodyPr/>
          <a:lstStyle/>
          <a:p>
            <a:endParaRPr lang="en-US"/>
          </a:p>
        </p:txBody>
      </p:sp>
      <p:sp>
        <p:nvSpPr>
          <p:cNvPr id="15" name="Slide Number Placeholder 14">
            <a:extLst>
              <a:ext uri="{FF2B5EF4-FFF2-40B4-BE49-F238E27FC236}">
                <a16:creationId xmlns:a16="http://schemas.microsoft.com/office/drawing/2014/main" id="{3B9AC797-2D9B-C7AC-550D-157FEDA3800D}"/>
              </a:ext>
            </a:extLst>
          </p:cNvPr>
          <p:cNvSpPr>
            <a:spLocks noGrp="1"/>
          </p:cNvSpPr>
          <p:nvPr>
            <p:ph type="sldNum" sz="quarter" idx="18"/>
          </p:nvPr>
        </p:nvSpPr>
        <p:spPr>
          <a:xfrm>
            <a:off x="16939261" y="9411050"/>
            <a:ext cx="853376" cy="548640"/>
          </a:xfrm>
        </p:spPr>
        <p:txBody>
          <a:bodyPr/>
          <a:lstStyle/>
          <a:p>
            <a:fld id="{B6F15528-21DE-4FAA-801E-634DDDAF4B2B}" type="slidenum">
              <a:rPr lang="en-US" smtClean="0"/>
              <a:pPr/>
              <a:t>‹#›</a:t>
            </a:fld>
            <a:endParaRPr lang="en-US"/>
          </a:p>
        </p:txBody>
      </p:sp>
      <p:cxnSp>
        <p:nvCxnSpPr>
          <p:cNvPr id="3" name="Straight Connector 2">
            <a:extLst>
              <a:ext uri="{FF2B5EF4-FFF2-40B4-BE49-F238E27FC236}">
                <a16:creationId xmlns:a16="http://schemas.microsoft.com/office/drawing/2014/main" id="{ABDDCA5B-BBAB-ABCD-27B8-D3CD17FD04BC}"/>
              </a:ext>
            </a:extLst>
          </p:cNvPr>
          <p:cNvCxnSpPr>
            <a:cxnSpLocks/>
          </p:cNvCxnSpPr>
          <p:nvPr/>
        </p:nvCxnSpPr>
        <p:spPr>
          <a:xfrm flipH="1">
            <a:off x="592074" y="9142790"/>
            <a:ext cx="17103852" cy="0"/>
          </a:xfrm>
          <a:prstGeom prst="line">
            <a:avLst/>
          </a:prstGeom>
          <a:ln w="6350">
            <a:solidFill>
              <a:schemeClr val="tx1">
                <a:lumMod val="50000"/>
                <a:alpha val="6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0756337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p:cSld name="Content with Picture 8">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452628" y="1516401"/>
            <a:ext cx="5261127" cy="2097741"/>
          </a:xfrm>
        </p:spPr>
        <p:txBody>
          <a:bodyPr anchor="t">
            <a:normAutofit/>
          </a:bodyPr>
          <a:lstStyle>
            <a:lvl1pPr>
              <a:defRPr sz="4200">
                <a:solidFill>
                  <a:schemeClr val="tx1"/>
                </a:solidFill>
              </a:defRPr>
            </a:lvl1pPr>
          </a:lstStyle>
          <a:p>
            <a:r>
              <a:rPr lang="en-US"/>
              <a:t>Click to edit Master title style</a:t>
            </a:r>
          </a:p>
        </p:txBody>
      </p:sp>
      <p:sp>
        <p:nvSpPr>
          <p:cNvPr id="3" name="Date Placeholder 2">
            <a:extLst>
              <a:ext uri="{FF2B5EF4-FFF2-40B4-BE49-F238E27FC236}">
                <a16:creationId xmlns:a16="http://schemas.microsoft.com/office/drawing/2014/main" id="{45602332-ECCE-37C9-0CA1-1743D107C8E3}"/>
              </a:ext>
            </a:extLst>
          </p:cNvPr>
          <p:cNvSpPr>
            <a:spLocks noGrp="1"/>
          </p:cNvSpPr>
          <p:nvPr>
            <p:ph type="dt" sz="half" idx="14"/>
          </p:nvPr>
        </p:nvSpPr>
        <p:spPr/>
        <p:txBody>
          <a:bodyPr/>
          <a:lstStyle/>
          <a:p>
            <a:fld id="{1D8BD707-D9CF-40AE-B4C6-C98DA3205C09}" type="datetimeFigureOut">
              <a:rPr lang="en-US" smtClean="0"/>
              <a:pPr/>
              <a:t>8/28/2026</a:t>
            </a:fld>
            <a:endParaRPr lang="en-US"/>
          </a:p>
        </p:txBody>
      </p:sp>
      <p:sp>
        <p:nvSpPr>
          <p:cNvPr id="7" name="Footer Placeholder 6">
            <a:extLst>
              <a:ext uri="{FF2B5EF4-FFF2-40B4-BE49-F238E27FC236}">
                <a16:creationId xmlns:a16="http://schemas.microsoft.com/office/drawing/2014/main" id="{CA8E192A-D6F1-1585-7133-0041C85402EF}"/>
              </a:ext>
            </a:extLst>
          </p:cNvPr>
          <p:cNvSpPr>
            <a:spLocks noGrp="1"/>
          </p:cNvSpPr>
          <p:nvPr>
            <p:ph type="ftr" sz="quarter" idx="15"/>
          </p:nvPr>
        </p:nvSpPr>
        <p:spPr>
          <a:xfrm>
            <a:off x="7399020" y="315171"/>
            <a:ext cx="3763926" cy="548640"/>
          </a:xfrm>
        </p:spPr>
        <p:txBody>
          <a:bodyPr/>
          <a:lstStyle/>
          <a:p>
            <a:endParaRPr lang="en-US"/>
          </a:p>
        </p:txBody>
      </p:sp>
      <p:sp>
        <p:nvSpPr>
          <p:cNvPr id="9" name="Slide Number Placeholder 8">
            <a:extLst>
              <a:ext uri="{FF2B5EF4-FFF2-40B4-BE49-F238E27FC236}">
                <a16:creationId xmlns:a16="http://schemas.microsoft.com/office/drawing/2014/main" id="{8437B541-595D-1700-6A76-9AF7590B1866}"/>
              </a:ext>
            </a:extLst>
          </p:cNvPr>
          <p:cNvSpPr>
            <a:spLocks noGrp="1"/>
          </p:cNvSpPr>
          <p:nvPr>
            <p:ph type="sldNum" sz="quarter" idx="16"/>
          </p:nvPr>
        </p:nvSpPr>
        <p:spPr/>
        <p:txBody>
          <a:bodyPr/>
          <a:lstStyle/>
          <a:p>
            <a:fld id="{B6F15528-21DE-4FAA-801E-634DDDAF4B2B}" type="slidenum">
              <a:rPr lang="en-US" smtClean="0"/>
              <a:pPr/>
              <a:t>‹#›</a:t>
            </a:fld>
            <a:endParaRPr lang="en-US"/>
          </a:p>
        </p:txBody>
      </p:sp>
      <p:sp>
        <p:nvSpPr>
          <p:cNvPr id="11" name="Picture Placeholder 10">
            <a:extLst>
              <a:ext uri="{FF2B5EF4-FFF2-40B4-BE49-F238E27FC236}">
                <a16:creationId xmlns:a16="http://schemas.microsoft.com/office/drawing/2014/main" id="{5F24C464-705C-DC78-DD20-9EFEB717ED27}"/>
              </a:ext>
            </a:extLst>
          </p:cNvPr>
          <p:cNvSpPr>
            <a:spLocks noGrp="1"/>
          </p:cNvSpPr>
          <p:nvPr>
            <p:ph type="pic" sz="quarter" idx="17" hasCustomPrompt="1"/>
          </p:nvPr>
        </p:nvSpPr>
        <p:spPr>
          <a:xfrm>
            <a:off x="677027" y="4020671"/>
            <a:ext cx="5036729" cy="5493125"/>
          </a:xfrm>
          <a:blipFill>
            <a:blip r:embed="rId2">
              <a:alphaModFix amt="60000"/>
            </a:blip>
            <a:stretch>
              <a:fillRect/>
            </a:stretch>
          </a:blipFill>
        </p:spPr>
        <p:txBody>
          <a:bodyPr/>
          <a:lstStyle>
            <a:lvl1pPr>
              <a:defRPr/>
            </a:lvl1pPr>
          </a:lstStyle>
          <a:p>
            <a:r>
              <a:rPr lang="en-US" dirty="0"/>
              <a:t>   </a:t>
            </a:r>
          </a:p>
        </p:txBody>
      </p:sp>
      <p:sp>
        <p:nvSpPr>
          <p:cNvPr id="10" name="Rectangle 9">
            <a:extLst>
              <a:ext uri="{FF2B5EF4-FFF2-40B4-BE49-F238E27FC236}">
                <a16:creationId xmlns:a16="http://schemas.microsoft.com/office/drawing/2014/main" id="{4606EA5C-4A14-95D3-20DF-1EEB607C889B}"/>
              </a:ext>
            </a:extLst>
          </p:cNvPr>
          <p:cNvSpPr/>
          <p:nvPr/>
        </p:nvSpPr>
        <p:spPr>
          <a:xfrm flipH="1">
            <a:off x="3257553" y="8770599"/>
            <a:ext cx="15030447" cy="1516401"/>
          </a:xfrm>
          <a:prstGeom prst="rect">
            <a:avLst/>
          </a:prstGeom>
          <a:gradFill>
            <a:gsLst>
              <a:gs pos="52000">
                <a:schemeClr val="bg2">
                  <a:alpha val="0"/>
                </a:schemeClr>
              </a:gs>
              <a:gs pos="76000">
                <a:schemeClr val="accent1">
                  <a:lumMod val="50000"/>
                  <a:alpha val="39000"/>
                </a:schemeClr>
              </a:gs>
              <a:gs pos="100000">
                <a:schemeClr val="accent5">
                  <a:alpha val="68000"/>
                </a:scheme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3" name="Rectangle 12">
            <a:extLst>
              <a:ext uri="{FF2B5EF4-FFF2-40B4-BE49-F238E27FC236}">
                <a16:creationId xmlns:a16="http://schemas.microsoft.com/office/drawing/2014/main" id="{D05652D2-BF56-96CE-426B-26972C38434D}"/>
              </a:ext>
            </a:extLst>
          </p:cNvPr>
          <p:cNvSpPr/>
          <p:nvPr/>
        </p:nvSpPr>
        <p:spPr>
          <a:xfrm rot="16200000" flipH="1">
            <a:off x="11651047" y="3650044"/>
            <a:ext cx="7416050" cy="5857859"/>
          </a:xfrm>
          <a:prstGeom prst="rect">
            <a:avLst/>
          </a:prstGeom>
          <a:gradFill flip="none" rotWithShape="1">
            <a:gsLst>
              <a:gs pos="0">
                <a:schemeClr val="accent3">
                  <a:lumMod val="60000"/>
                  <a:lumOff val="40000"/>
                  <a:alpha val="40000"/>
                </a:schemeClr>
              </a:gs>
              <a:gs pos="32000">
                <a:schemeClr val="bg1">
                  <a:alpha val="0"/>
                </a:schemeClr>
              </a:gs>
            </a:gsLst>
            <a:lin ang="14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solidFill>
                <a:schemeClr val="tx1"/>
              </a:solidFill>
            </a:endParaRPr>
          </a:p>
        </p:txBody>
      </p:sp>
      <p:cxnSp>
        <p:nvCxnSpPr>
          <p:cNvPr id="12" name="Straight Connector 11">
            <a:extLst>
              <a:ext uri="{FF2B5EF4-FFF2-40B4-BE49-F238E27FC236}">
                <a16:creationId xmlns:a16="http://schemas.microsoft.com/office/drawing/2014/main" id="{2CA30D42-B5FE-EAD1-8419-4AD002C32B1F}"/>
              </a:ext>
            </a:extLst>
          </p:cNvPr>
          <p:cNvCxnSpPr>
            <a:cxnSpLocks/>
          </p:cNvCxnSpPr>
          <p:nvPr/>
        </p:nvCxnSpPr>
        <p:spPr>
          <a:xfrm>
            <a:off x="6640236" y="1613648"/>
            <a:ext cx="0" cy="7416053"/>
          </a:xfrm>
          <a:prstGeom prst="line">
            <a:avLst/>
          </a:prstGeom>
          <a:ln w="6350">
            <a:solidFill>
              <a:schemeClr val="bg1">
                <a:lumMod val="75000"/>
                <a:lumOff val="25000"/>
              </a:schemeClr>
            </a:solidFill>
          </a:ln>
        </p:spPr>
        <p:style>
          <a:lnRef idx="1">
            <a:schemeClr val="accent1"/>
          </a:lnRef>
          <a:fillRef idx="0">
            <a:schemeClr val="accent1"/>
          </a:fillRef>
          <a:effectRef idx="0">
            <a:schemeClr val="accent1"/>
          </a:effectRef>
          <a:fontRef idx="minor">
            <a:schemeClr val="tx1"/>
          </a:fontRef>
        </p:style>
      </p:cxnSp>
      <p:sp>
        <p:nvSpPr>
          <p:cNvPr id="8" name="Content Placeholder 7">
            <a:extLst>
              <a:ext uri="{FF2B5EF4-FFF2-40B4-BE49-F238E27FC236}">
                <a16:creationId xmlns:a16="http://schemas.microsoft.com/office/drawing/2014/main" id="{C6F072A2-EBC7-B7EA-DA98-BAC0AA46E7A4}"/>
              </a:ext>
            </a:extLst>
          </p:cNvPr>
          <p:cNvSpPr>
            <a:spLocks noGrp="1"/>
          </p:cNvSpPr>
          <p:nvPr>
            <p:ph sz="quarter" idx="13"/>
          </p:nvPr>
        </p:nvSpPr>
        <p:spPr>
          <a:xfrm>
            <a:off x="7399019" y="1516398"/>
            <a:ext cx="9738360" cy="7818120"/>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513558684"/>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Content with Picture 9">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452628" y="1529717"/>
            <a:ext cx="5129070" cy="2784830"/>
          </a:xfrm>
        </p:spPr>
        <p:txBody>
          <a:bodyPr anchor="t">
            <a:normAutofit/>
          </a:bodyPr>
          <a:lstStyle>
            <a:lvl1pPr>
              <a:defRPr sz="4200">
                <a:solidFill>
                  <a:schemeClr val="tx1"/>
                </a:solidFill>
              </a:defRPr>
            </a:lvl1pPr>
          </a:lstStyle>
          <a:p>
            <a:r>
              <a:rPr lang="en-US"/>
              <a:t>Click to edit Master title style</a:t>
            </a:r>
            <a:endParaRPr lang="en-US" dirty="0"/>
          </a:p>
        </p:txBody>
      </p:sp>
      <p:sp>
        <p:nvSpPr>
          <p:cNvPr id="3" name="Date Placeholder 2">
            <a:extLst>
              <a:ext uri="{FF2B5EF4-FFF2-40B4-BE49-F238E27FC236}">
                <a16:creationId xmlns:a16="http://schemas.microsoft.com/office/drawing/2014/main" id="{45602332-ECCE-37C9-0CA1-1743D107C8E3}"/>
              </a:ext>
            </a:extLst>
          </p:cNvPr>
          <p:cNvSpPr>
            <a:spLocks noGrp="1"/>
          </p:cNvSpPr>
          <p:nvPr>
            <p:ph type="dt" sz="half" idx="14"/>
          </p:nvPr>
        </p:nvSpPr>
        <p:spPr/>
        <p:txBody>
          <a:bodyPr/>
          <a:lstStyle/>
          <a:p>
            <a:fld id="{1D8BD707-D9CF-40AE-B4C6-C98DA3205C09}" type="datetimeFigureOut">
              <a:rPr lang="en-US" smtClean="0"/>
              <a:pPr/>
              <a:t>8/28/2026</a:t>
            </a:fld>
            <a:endParaRPr lang="en-US"/>
          </a:p>
        </p:txBody>
      </p:sp>
      <p:sp>
        <p:nvSpPr>
          <p:cNvPr id="7" name="Footer Placeholder 6">
            <a:extLst>
              <a:ext uri="{FF2B5EF4-FFF2-40B4-BE49-F238E27FC236}">
                <a16:creationId xmlns:a16="http://schemas.microsoft.com/office/drawing/2014/main" id="{CA8E192A-D6F1-1585-7133-0041C85402EF}"/>
              </a:ext>
            </a:extLst>
          </p:cNvPr>
          <p:cNvSpPr>
            <a:spLocks noGrp="1"/>
          </p:cNvSpPr>
          <p:nvPr>
            <p:ph type="ftr" sz="quarter" idx="15"/>
          </p:nvPr>
        </p:nvSpPr>
        <p:spPr>
          <a:xfrm>
            <a:off x="6718454" y="315171"/>
            <a:ext cx="3763926" cy="548640"/>
          </a:xfrm>
        </p:spPr>
        <p:txBody>
          <a:bodyPr/>
          <a:lstStyle/>
          <a:p>
            <a:endParaRPr lang="en-US"/>
          </a:p>
        </p:txBody>
      </p:sp>
      <p:sp>
        <p:nvSpPr>
          <p:cNvPr id="9" name="Slide Number Placeholder 8">
            <a:extLst>
              <a:ext uri="{FF2B5EF4-FFF2-40B4-BE49-F238E27FC236}">
                <a16:creationId xmlns:a16="http://schemas.microsoft.com/office/drawing/2014/main" id="{8437B541-595D-1700-6A76-9AF7590B1866}"/>
              </a:ext>
            </a:extLst>
          </p:cNvPr>
          <p:cNvSpPr>
            <a:spLocks noGrp="1"/>
          </p:cNvSpPr>
          <p:nvPr>
            <p:ph type="sldNum" sz="quarter" idx="16"/>
          </p:nvPr>
        </p:nvSpPr>
        <p:spPr/>
        <p:txBody>
          <a:bodyPr/>
          <a:lstStyle/>
          <a:p>
            <a:fld id="{B6F15528-21DE-4FAA-801E-634DDDAF4B2B}" type="slidenum">
              <a:rPr lang="en-US" smtClean="0"/>
              <a:pPr/>
              <a:t>‹#›</a:t>
            </a:fld>
            <a:endParaRPr lang="en-US"/>
          </a:p>
        </p:txBody>
      </p:sp>
      <p:sp>
        <p:nvSpPr>
          <p:cNvPr id="11" name="Picture Placeholder 10">
            <a:extLst>
              <a:ext uri="{FF2B5EF4-FFF2-40B4-BE49-F238E27FC236}">
                <a16:creationId xmlns:a16="http://schemas.microsoft.com/office/drawing/2014/main" id="{5F24C464-705C-DC78-DD20-9EFEB717ED27}"/>
              </a:ext>
            </a:extLst>
          </p:cNvPr>
          <p:cNvSpPr>
            <a:spLocks noGrp="1"/>
          </p:cNvSpPr>
          <p:nvPr>
            <p:ph type="pic" sz="quarter" idx="17" hasCustomPrompt="1"/>
          </p:nvPr>
        </p:nvSpPr>
        <p:spPr>
          <a:xfrm>
            <a:off x="573585" y="4567562"/>
            <a:ext cx="5008113" cy="4946234"/>
          </a:xfrm>
          <a:blipFill>
            <a:blip r:embed="rId2">
              <a:alphaModFix amt="60000"/>
            </a:blip>
            <a:stretch>
              <a:fillRect/>
            </a:stretch>
          </a:blipFill>
        </p:spPr>
        <p:txBody>
          <a:bodyPr/>
          <a:lstStyle>
            <a:lvl1pPr>
              <a:defRPr/>
            </a:lvl1pPr>
          </a:lstStyle>
          <a:p>
            <a:r>
              <a:rPr lang="en-US" dirty="0"/>
              <a:t>   </a:t>
            </a:r>
          </a:p>
        </p:txBody>
      </p:sp>
      <p:sp>
        <p:nvSpPr>
          <p:cNvPr id="8" name="Content Placeholder 7">
            <a:extLst>
              <a:ext uri="{FF2B5EF4-FFF2-40B4-BE49-F238E27FC236}">
                <a16:creationId xmlns:a16="http://schemas.microsoft.com/office/drawing/2014/main" id="{C6F072A2-EBC7-B7EA-DA98-BAC0AA46E7A4}"/>
              </a:ext>
            </a:extLst>
          </p:cNvPr>
          <p:cNvSpPr>
            <a:spLocks noGrp="1"/>
          </p:cNvSpPr>
          <p:nvPr>
            <p:ph sz="quarter" idx="13"/>
          </p:nvPr>
        </p:nvSpPr>
        <p:spPr>
          <a:xfrm>
            <a:off x="6718452" y="1529715"/>
            <a:ext cx="10972800" cy="8366760"/>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99882655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p:cSld name="Number Large">
    <p:spTree>
      <p:nvGrpSpPr>
        <p:cNvPr id="1" name=""/>
        <p:cNvGrpSpPr/>
        <p:nvPr/>
      </p:nvGrpSpPr>
      <p:grpSpPr>
        <a:xfrm>
          <a:off x="0" y="0"/>
          <a:ext cx="0" cy="0"/>
          <a:chOff x="0" y="0"/>
          <a:chExt cx="0" cy="0"/>
        </a:xfrm>
      </p:grpSpPr>
      <p:sp>
        <p:nvSpPr>
          <p:cNvPr id="11" name="Title 10">
            <a:extLst>
              <a:ext uri="{FF2B5EF4-FFF2-40B4-BE49-F238E27FC236}">
                <a16:creationId xmlns:a16="http://schemas.microsoft.com/office/drawing/2014/main" id="{6BF28860-8FEF-73E6-FEDF-176AC5D70A0F}"/>
              </a:ext>
            </a:extLst>
          </p:cNvPr>
          <p:cNvSpPr>
            <a:spLocks noGrp="1"/>
          </p:cNvSpPr>
          <p:nvPr>
            <p:ph type="title"/>
          </p:nvPr>
        </p:nvSpPr>
        <p:spPr>
          <a:xfrm>
            <a:off x="9715498" y="7361417"/>
            <a:ext cx="7980428" cy="2158310"/>
          </a:xfrm>
        </p:spPr>
        <p:txBody>
          <a:bodyPr anchor="t"/>
          <a:lstStyle>
            <a:lvl1pPr>
              <a:lnSpc>
                <a:spcPct val="100000"/>
              </a:lnSpc>
              <a:defRPr sz="3000">
                <a:solidFill>
                  <a:schemeClr val="tx1"/>
                </a:solidFill>
                <a:latin typeface="+mn-lt"/>
              </a:defRPr>
            </a:lvl1pPr>
          </a:lstStyle>
          <a:p>
            <a:r>
              <a:rPr lang="en-US"/>
              <a:t>Click to edit Master title style</a:t>
            </a:r>
            <a:endParaRPr lang="en-US" dirty="0"/>
          </a:p>
        </p:txBody>
      </p:sp>
      <p:sp>
        <p:nvSpPr>
          <p:cNvPr id="3" name="Date Placeholder 2">
            <a:extLst>
              <a:ext uri="{FF2B5EF4-FFF2-40B4-BE49-F238E27FC236}">
                <a16:creationId xmlns:a16="http://schemas.microsoft.com/office/drawing/2014/main" id="{86ADE8C0-7863-A0F4-9EFB-60B2F8DD221E}"/>
              </a:ext>
            </a:extLst>
          </p:cNvPr>
          <p:cNvSpPr>
            <a:spLocks noGrp="1"/>
          </p:cNvSpPr>
          <p:nvPr>
            <p:ph type="dt" sz="half" idx="14"/>
          </p:nvPr>
        </p:nvSpPr>
        <p:spPr/>
        <p:txBody>
          <a:bodyPr/>
          <a:lstStyle/>
          <a:p>
            <a:fld id="{1D8BD707-D9CF-40AE-B4C6-C98DA3205C09}" type="datetimeFigureOut">
              <a:rPr lang="en-US" smtClean="0"/>
              <a:pPr/>
              <a:t>8/28/2026</a:t>
            </a:fld>
            <a:endParaRPr lang="en-US"/>
          </a:p>
        </p:txBody>
      </p:sp>
      <p:sp>
        <p:nvSpPr>
          <p:cNvPr id="4" name="Footer Placeholder 3">
            <a:extLst>
              <a:ext uri="{FF2B5EF4-FFF2-40B4-BE49-F238E27FC236}">
                <a16:creationId xmlns:a16="http://schemas.microsoft.com/office/drawing/2014/main" id="{0AE20381-0150-ABDF-3C66-3E77DA79EEC4}"/>
              </a:ext>
            </a:extLst>
          </p:cNvPr>
          <p:cNvSpPr>
            <a:spLocks noGrp="1"/>
          </p:cNvSpPr>
          <p:nvPr>
            <p:ph type="ftr" sz="quarter" idx="15"/>
          </p:nvPr>
        </p:nvSpPr>
        <p:spPr/>
        <p:txBody>
          <a:bodyPr/>
          <a:lstStyle/>
          <a:p>
            <a:endParaRPr lang="en-US"/>
          </a:p>
        </p:txBody>
      </p:sp>
      <p:sp>
        <p:nvSpPr>
          <p:cNvPr id="5" name="Slide Number Placeholder 4">
            <a:extLst>
              <a:ext uri="{FF2B5EF4-FFF2-40B4-BE49-F238E27FC236}">
                <a16:creationId xmlns:a16="http://schemas.microsoft.com/office/drawing/2014/main" id="{33AD7FDD-1157-5BB4-4A9F-3F35CE7FF476}"/>
              </a:ext>
            </a:extLst>
          </p:cNvPr>
          <p:cNvSpPr>
            <a:spLocks noGrp="1"/>
          </p:cNvSpPr>
          <p:nvPr>
            <p:ph type="sldNum" sz="quarter" idx="16"/>
          </p:nvPr>
        </p:nvSpPr>
        <p:spPr/>
        <p:txBody>
          <a:bodyPr/>
          <a:lstStyle/>
          <a:p>
            <a:fld id="{B6F15528-21DE-4FAA-801E-634DDDAF4B2B}" type="slidenum">
              <a:rPr lang="en-US" smtClean="0"/>
              <a:pPr/>
              <a:t>‹#›</a:t>
            </a:fld>
            <a:endParaRPr lang="en-US"/>
          </a:p>
        </p:txBody>
      </p:sp>
      <p:sp>
        <p:nvSpPr>
          <p:cNvPr id="10" name="Content Placeholder 9">
            <a:extLst>
              <a:ext uri="{FF2B5EF4-FFF2-40B4-BE49-F238E27FC236}">
                <a16:creationId xmlns:a16="http://schemas.microsoft.com/office/drawing/2014/main" id="{5B446035-33B1-F0D9-18B1-58E177267E3A}"/>
              </a:ext>
            </a:extLst>
          </p:cNvPr>
          <p:cNvSpPr>
            <a:spLocks noGrp="1"/>
          </p:cNvSpPr>
          <p:nvPr>
            <p:ph sz="quarter" idx="17" hasCustomPrompt="1"/>
          </p:nvPr>
        </p:nvSpPr>
        <p:spPr>
          <a:xfrm>
            <a:off x="411957" y="1150145"/>
            <a:ext cx="16980693" cy="5233988"/>
          </a:xfrm>
        </p:spPr>
        <p:txBody>
          <a:bodyPr/>
          <a:lstStyle>
            <a:lvl1pPr>
              <a:lnSpc>
                <a:spcPct val="85000"/>
              </a:lnSpc>
              <a:defRPr sz="36000">
                <a:gradFill>
                  <a:gsLst>
                    <a:gs pos="0">
                      <a:schemeClr val="accent6"/>
                    </a:gs>
                    <a:gs pos="46000">
                      <a:schemeClr val="accent1"/>
                    </a:gs>
                    <a:gs pos="100000">
                      <a:schemeClr val="accent3">
                        <a:lumMod val="60000"/>
                        <a:lumOff val="40000"/>
                      </a:schemeClr>
                    </a:gs>
                  </a:gsLst>
                  <a:lin ang="4200000" scaled="0"/>
                </a:gradFill>
                <a:latin typeface="+mj-lt"/>
              </a:defRPr>
            </a:lvl1pPr>
          </a:lstStyle>
          <a:p>
            <a:pPr lvl="0"/>
            <a:r>
              <a:rPr lang="en-US" dirty="0"/>
              <a:t>##%</a:t>
            </a:r>
          </a:p>
        </p:txBody>
      </p:sp>
      <p:cxnSp>
        <p:nvCxnSpPr>
          <p:cNvPr id="6" name="Straight Connector 5">
            <a:extLst>
              <a:ext uri="{FF2B5EF4-FFF2-40B4-BE49-F238E27FC236}">
                <a16:creationId xmlns:a16="http://schemas.microsoft.com/office/drawing/2014/main" id="{9F77A56B-CD68-22F4-F473-A2063E81D70D}"/>
              </a:ext>
            </a:extLst>
          </p:cNvPr>
          <p:cNvCxnSpPr>
            <a:cxnSpLocks/>
          </p:cNvCxnSpPr>
          <p:nvPr/>
        </p:nvCxnSpPr>
        <p:spPr>
          <a:xfrm flipH="1">
            <a:off x="592074" y="6993365"/>
            <a:ext cx="17103852" cy="0"/>
          </a:xfrm>
          <a:prstGeom prst="line">
            <a:avLst/>
          </a:prstGeom>
          <a:ln w="6350">
            <a:solidFill>
              <a:schemeClr val="tx1">
                <a:lumMod val="50000"/>
                <a:alpha val="6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33304028"/>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preserve="1">
  <p:cSld name="Statement">
    <p:spTree>
      <p:nvGrpSpPr>
        <p:cNvPr id="1" name=""/>
        <p:cNvGrpSpPr/>
        <p:nvPr/>
      </p:nvGrpSpPr>
      <p:grpSpPr>
        <a:xfrm>
          <a:off x="0" y="0"/>
          <a:ext cx="0" cy="0"/>
          <a:chOff x="0" y="0"/>
          <a:chExt cx="0" cy="0"/>
        </a:xfrm>
      </p:grpSpPr>
      <p:sp>
        <p:nvSpPr>
          <p:cNvPr id="21" name="Rectangle 20">
            <a:extLst>
              <a:ext uri="{FF2B5EF4-FFF2-40B4-BE49-F238E27FC236}">
                <a16:creationId xmlns:a16="http://schemas.microsoft.com/office/drawing/2014/main" id="{0BED7B15-76E6-E98E-A0BB-6188FC145CDD}"/>
              </a:ext>
            </a:extLst>
          </p:cNvPr>
          <p:cNvSpPr/>
          <p:nvPr/>
        </p:nvSpPr>
        <p:spPr>
          <a:xfrm rot="10800000" flipH="1">
            <a:off x="-2" y="0"/>
            <a:ext cx="18288003" cy="10287000"/>
          </a:xfrm>
          <a:prstGeom prst="rect">
            <a:avLst/>
          </a:prstGeom>
          <a:gradFill flip="none" rotWithShape="1">
            <a:gsLst>
              <a:gs pos="50000">
                <a:schemeClr val="accent3">
                  <a:lumMod val="60000"/>
                  <a:lumOff val="40000"/>
                  <a:alpha val="75000"/>
                </a:schemeClr>
              </a:gs>
              <a:gs pos="0">
                <a:schemeClr val="accent1">
                  <a:lumMod val="50000"/>
                </a:schemeClr>
              </a:gs>
              <a:gs pos="100000">
                <a:schemeClr val="accent4">
                  <a:lumMod val="50000"/>
                </a:schemeClr>
              </a:gs>
              <a:gs pos="85000">
                <a:schemeClr val="accent2">
                  <a:lumMod val="75000"/>
                </a:schemeClr>
              </a:gs>
            </a:gsLst>
            <a:lin ang="27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22" name="Rectangle 21">
            <a:extLst>
              <a:ext uri="{FF2B5EF4-FFF2-40B4-BE49-F238E27FC236}">
                <a16:creationId xmlns:a16="http://schemas.microsoft.com/office/drawing/2014/main" id="{A3602343-A974-BE4B-41E6-58237921FB4D}"/>
              </a:ext>
            </a:extLst>
          </p:cNvPr>
          <p:cNvSpPr/>
          <p:nvPr/>
        </p:nvSpPr>
        <p:spPr>
          <a:xfrm flipH="1">
            <a:off x="5525199" y="0"/>
            <a:ext cx="12762801" cy="10287000"/>
          </a:xfrm>
          <a:prstGeom prst="rect">
            <a:avLst/>
          </a:prstGeom>
          <a:gradFill flip="none" rotWithShape="1">
            <a:gsLst>
              <a:gs pos="6000">
                <a:schemeClr val="accent3">
                  <a:lumMod val="40000"/>
                  <a:lumOff val="60000"/>
                </a:schemeClr>
              </a:gs>
              <a:gs pos="73000">
                <a:schemeClr val="accent3">
                  <a:alpha val="0"/>
                </a:schemeClr>
              </a:gs>
            </a:gsLst>
            <a:path path="circle">
              <a:fillToRect l="50000" t="50000" r="50000" b="5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23" name="Rectangle 22">
            <a:extLst>
              <a:ext uri="{FF2B5EF4-FFF2-40B4-BE49-F238E27FC236}">
                <a16:creationId xmlns:a16="http://schemas.microsoft.com/office/drawing/2014/main" id="{51022E84-7D91-EFA0-CBCA-F9AC98E6181F}"/>
              </a:ext>
            </a:extLst>
          </p:cNvPr>
          <p:cNvSpPr/>
          <p:nvPr/>
        </p:nvSpPr>
        <p:spPr>
          <a:xfrm rot="5400000">
            <a:off x="2505612" y="-2505612"/>
            <a:ext cx="11238816" cy="16250040"/>
          </a:xfrm>
          <a:prstGeom prst="rect">
            <a:avLst/>
          </a:prstGeom>
          <a:gradFill flip="none" rotWithShape="1">
            <a:gsLst>
              <a:gs pos="58000">
                <a:schemeClr val="accent2">
                  <a:alpha val="0"/>
                </a:schemeClr>
              </a:gs>
              <a:gs pos="98000">
                <a:schemeClr val="accent6">
                  <a:lumMod val="75000"/>
                </a:schemeClr>
              </a:gs>
            </a:gsLst>
            <a:lin ang="96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solidFill>
                <a:srgbClr val="FFFFFF"/>
              </a:solidFill>
            </a:endParaRPr>
          </a:p>
        </p:txBody>
      </p:sp>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918972" y="-1700784"/>
            <a:ext cx="15979140" cy="1451016"/>
          </a:xfrm>
        </p:spPr>
        <p:txBody>
          <a:bodyPr/>
          <a:lstStyle/>
          <a:p>
            <a:r>
              <a:rPr lang="en-US"/>
              <a:t>Click to edit Master title style</a:t>
            </a:r>
          </a:p>
        </p:txBody>
      </p:sp>
      <p:sp>
        <p:nvSpPr>
          <p:cNvPr id="3" name="Rectangle 2">
            <a:extLst>
              <a:ext uri="{FF2B5EF4-FFF2-40B4-BE49-F238E27FC236}">
                <a16:creationId xmlns:a16="http://schemas.microsoft.com/office/drawing/2014/main" id="{67DA0DC0-3518-750A-3821-192C03B2D059}"/>
              </a:ext>
            </a:extLst>
          </p:cNvPr>
          <p:cNvSpPr/>
          <p:nvPr/>
        </p:nvSpPr>
        <p:spPr>
          <a:xfrm rot="10800000">
            <a:off x="7547613" y="-30504"/>
            <a:ext cx="10740387" cy="10317504"/>
          </a:xfrm>
          <a:prstGeom prst="rect">
            <a:avLst/>
          </a:prstGeom>
          <a:gradFill>
            <a:gsLst>
              <a:gs pos="30000">
                <a:schemeClr val="accent4">
                  <a:lumMod val="60000"/>
                  <a:lumOff val="40000"/>
                  <a:alpha val="0"/>
                </a:schemeClr>
              </a:gs>
              <a:gs pos="89000">
                <a:schemeClr val="bg2"/>
              </a:gs>
            </a:gsLst>
            <a:lin ang="9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24" name="Rectangle 23">
            <a:extLst>
              <a:ext uri="{FF2B5EF4-FFF2-40B4-BE49-F238E27FC236}">
                <a16:creationId xmlns:a16="http://schemas.microsoft.com/office/drawing/2014/main" id="{B5B402F4-533A-849C-ACAD-039056A5D174}"/>
              </a:ext>
            </a:extLst>
          </p:cNvPr>
          <p:cNvSpPr/>
          <p:nvPr/>
        </p:nvSpPr>
        <p:spPr>
          <a:xfrm flipH="1">
            <a:off x="13442" y="4056869"/>
            <a:ext cx="18274557" cy="6230132"/>
          </a:xfrm>
          <a:prstGeom prst="rect">
            <a:avLst/>
          </a:prstGeom>
          <a:gradFill flip="none" rotWithShape="1">
            <a:gsLst>
              <a:gs pos="20000">
                <a:schemeClr val="accent1">
                  <a:alpha val="0"/>
                </a:schemeClr>
              </a:gs>
              <a:gs pos="68000">
                <a:schemeClr val="bg2">
                  <a:alpha val="67000"/>
                </a:schemeClr>
              </a:gs>
              <a:gs pos="90000">
                <a:schemeClr val="bg2"/>
              </a:gs>
            </a:gsLst>
            <a:lin ang="48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solidFill>
                <a:schemeClr val="tx1"/>
              </a:solidFill>
            </a:endParaRPr>
          </a:p>
        </p:txBody>
      </p:sp>
      <p:sp>
        <p:nvSpPr>
          <p:cNvPr id="6" name="Date Placeholder 5">
            <a:extLst>
              <a:ext uri="{FF2B5EF4-FFF2-40B4-BE49-F238E27FC236}">
                <a16:creationId xmlns:a16="http://schemas.microsoft.com/office/drawing/2014/main" id="{E9E12D21-0607-5120-F81C-6E1DA0652CFB}"/>
              </a:ext>
            </a:extLst>
          </p:cNvPr>
          <p:cNvSpPr>
            <a:spLocks noGrp="1"/>
          </p:cNvSpPr>
          <p:nvPr>
            <p:ph type="dt" sz="half" idx="14"/>
          </p:nvPr>
        </p:nvSpPr>
        <p:spPr/>
        <p:txBody>
          <a:bodyPr/>
          <a:lstStyle/>
          <a:p>
            <a:fld id="{1D8BD707-D9CF-40AE-B4C6-C98DA3205C09}" type="datetimeFigureOut">
              <a:rPr lang="en-US" smtClean="0"/>
              <a:pPr/>
              <a:t>8/28/2026</a:t>
            </a:fld>
            <a:endParaRPr lang="en-US"/>
          </a:p>
        </p:txBody>
      </p:sp>
      <p:sp>
        <p:nvSpPr>
          <p:cNvPr id="8" name="Footer Placeholder 7">
            <a:extLst>
              <a:ext uri="{FF2B5EF4-FFF2-40B4-BE49-F238E27FC236}">
                <a16:creationId xmlns:a16="http://schemas.microsoft.com/office/drawing/2014/main" id="{E0E9E314-CB58-F3CE-7C32-D6103621A2D5}"/>
              </a:ext>
            </a:extLst>
          </p:cNvPr>
          <p:cNvSpPr>
            <a:spLocks noGrp="1"/>
          </p:cNvSpPr>
          <p:nvPr>
            <p:ph type="ftr" sz="quarter" idx="15"/>
          </p:nvPr>
        </p:nvSpPr>
        <p:spPr/>
        <p:txBody>
          <a:bodyPr/>
          <a:lstStyle/>
          <a:p>
            <a:endParaRPr lang="en-US"/>
          </a:p>
        </p:txBody>
      </p:sp>
      <p:sp>
        <p:nvSpPr>
          <p:cNvPr id="9" name="Slide Number Placeholder 8">
            <a:extLst>
              <a:ext uri="{FF2B5EF4-FFF2-40B4-BE49-F238E27FC236}">
                <a16:creationId xmlns:a16="http://schemas.microsoft.com/office/drawing/2014/main" id="{20A1B35F-4D88-6EA9-8D55-4133CD961AF1}"/>
              </a:ext>
            </a:extLst>
          </p:cNvPr>
          <p:cNvSpPr>
            <a:spLocks noGrp="1"/>
          </p:cNvSpPr>
          <p:nvPr>
            <p:ph type="sldNum" sz="quarter" idx="16"/>
          </p:nvPr>
        </p:nvSpPr>
        <p:spPr/>
        <p:txBody>
          <a:bodyPr/>
          <a:lstStyle/>
          <a:p>
            <a:fld id="{B6F15528-21DE-4FAA-801E-634DDDAF4B2B}" type="slidenum">
              <a:rPr lang="en-US" smtClean="0"/>
              <a:pPr/>
              <a:t>‹#›</a:t>
            </a:fld>
            <a:endParaRPr lang="en-US"/>
          </a:p>
        </p:txBody>
      </p:sp>
      <p:sp>
        <p:nvSpPr>
          <p:cNvPr id="10" name="Content Placeholder 9">
            <a:extLst>
              <a:ext uri="{FF2B5EF4-FFF2-40B4-BE49-F238E27FC236}">
                <a16:creationId xmlns:a16="http://schemas.microsoft.com/office/drawing/2014/main" id="{88124DA4-1249-371C-65BA-0AAC0239D4C1}"/>
              </a:ext>
            </a:extLst>
          </p:cNvPr>
          <p:cNvSpPr>
            <a:spLocks noGrp="1"/>
          </p:cNvSpPr>
          <p:nvPr>
            <p:ph sz="quarter" idx="17" hasCustomPrompt="1"/>
          </p:nvPr>
        </p:nvSpPr>
        <p:spPr>
          <a:xfrm>
            <a:off x="411481" y="4057419"/>
            <a:ext cx="14701838" cy="5307807"/>
          </a:xfrm>
        </p:spPr>
        <p:txBody>
          <a:bodyPr anchor="b"/>
          <a:lstStyle>
            <a:lvl1pPr>
              <a:lnSpc>
                <a:spcPct val="100000"/>
              </a:lnSpc>
              <a:defRPr sz="8100"/>
            </a:lvl1pPr>
            <a:lvl2pPr>
              <a:lnSpc>
                <a:spcPct val="100000"/>
              </a:lnSpc>
              <a:defRPr sz="7200"/>
            </a:lvl2pPr>
            <a:lvl3pPr>
              <a:lnSpc>
                <a:spcPct val="100000"/>
              </a:lnSpc>
              <a:defRPr sz="6600"/>
            </a:lvl3pPr>
            <a:lvl4pPr>
              <a:lnSpc>
                <a:spcPct val="100000"/>
              </a:lnSpc>
              <a:defRPr sz="6000"/>
            </a:lvl4pPr>
            <a:lvl5pPr>
              <a:lnSpc>
                <a:spcPct val="100000"/>
              </a:lnSpc>
              <a:defRPr sz="5400"/>
            </a:lvl5pPr>
          </a:lstStyle>
          <a:p>
            <a:pPr lvl="0"/>
            <a:r>
              <a:rPr lang="en-US" dirty="0"/>
              <a:t>Click to add Statement</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683212375"/>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p:cSld name="Quote">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5008CFE4-4AC8-17F9-C6E2-22D96CF81069}"/>
              </a:ext>
            </a:extLst>
          </p:cNvPr>
          <p:cNvSpPr/>
          <p:nvPr/>
        </p:nvSpPr>
        <p:spPr>
          <a:xfrm>
            <a:off x="0" y="0"/>
            <a:ext cx="18288000" cy="10287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700">
              <a:solidFill>
                <a:schemeClr val="tx1"/>
              </a:solidFill>
            </a:endParaRPr>
          </a:p>
        </p:txBody>
      </p:sp>
      <p:sp>
        <p:nvSpPr>
          <p:cNvPr id="8" name="Rectangle 7">
            <a:extLst>
              <a:ext uri="{FF2B5EF4-FFF2-40B4-BE49-F238E27FC236}">
                <a16:creationId xmlns:a16="http://schemas.microsoft.com/office/drawing/2014/main" id="{8B774BFB-EECC-C995-E701-4CCEB032FCDB}"/>
              </a:ext>
              <a:ext uri="{C183D7F6-B498-43B3-948B-1728B52AA6E4}">
                <adec:decorative xmlns:adec="http://schemas.microsoft.com/office/drawing/2017/decorative" val="1"/>
              </a:ext>
            </a:extLst>
          </p:cNvPr>
          <p:cNvSpPr/>
          <p:nvPr/>
        </p:nvSpPr>
        <p:spPr>
          <a:xfrm>
            <a:off x="0" y="5792119"/>
            <a:ext cx="18288000" cy="4516166"/>
          </a:xfrm>
          <a:prstGeom prst="rect">
            <a:avLst/>
          </a:prstGeom>
          <a:gradFill flip="none" rotWithShape="1">
            <a:gsLst>
              <a:gs pos="0">
                <a:schemeClr val="accent3">
                  <a:lumMod val="60000"/>
                  <a:lumOff val="40000"/>
                  <a:alpha val="70000"/>
                </a:schemeClr>
              </a:gs>
              <a:gs pos="50000">
                <a:schemeClr val="bg2">
                  <a:alpha val="0"/>
                </a:schemeClr>
              </a:gs>
            </a:gsLst>
            <a:lin ang="17160000" scaled="0"/>
            <a:tileRect/>
          </a:gra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endParaRPr lang="en-US" sz="2700">
              <a:solidFill>
                <a:schemeClr val="tx1"/>
              </a:solidFill>
            </a:endParaRPr>
          </a:p>
        </p:txBody>
      </p:sp>
      <p:sp>
        <p:nvSpPr>
          <p:cNvPr id="9" name="Rectangle 8">
            <a:extLst>
              <a:ext uri="{FF2B5EF4-FFF2-40B4-BE49-F238E27FC236}">
                <a16:creationId xmlns:a16="http://schemas.microsoft.com/office/drawing/2014/main" id="{CD2E260E-763F-A06B-2808-39975829F205}"/>
              </a:ext>
            </a:extLst>
          </p:cNvPr>
          <p:cNvSpPr/>
          <p:nvPr/>
        </p:nvSpPr>
        <p:spPr>
          <a:xfrm rot="5400000" flipH="1">
            <a:off x="4000508" y="-4000494"/>
            <a:ext cx="10286994" cy="18287990"/>
          </a:xfrm>
          <a:prstGeom prst="rect">
            <a:avLst/>
          </a:prstGeom>
          <a:gradFill>
            <a:gsLst>
              <a:gs pos="0">
                <a:schemeClr val="bg1"/>
              </a:gs>
              <a:gs pos="100000">
                <a:schemeClr val="accent1">
                  <a:lumMod val="75000"/>
                  <a:alpha val="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371600" rtl="0" eaLnBrk="1" fontAlgn="auto" latinLnBrk="0" hangingPunct="1">
              <a:lnSpc>
                <a:spcPct val="100000"/>
              </a:lnSpc>
              <a:spcBef>
                <a:spcPts val="0"/>
              </a:spcBef>
              <a:spcAft>
                <a:spcPts val="0"/>
              </a:spcAft>
              <a:buClrTx/>
              <a:buSzTx/>
              <a:buFontTx/>
              <a:buNone/>
              <a:tabLst/>
              <a:defRPr/>
            </a:pPr>
            <a:endParaRPr kumimoji="0" lang="en-US" sz="27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8E82642F-D94D-7313-EB9D-48E3CBEDD19C}"/>
              </a:ext>
            </a:extLst>
          </p:cNvPr>
          <p:cNvSpPr/>
          <p:nvPr/>
        </p:nvSpPr>
        <p:spPr>
          <a:xfrm rot="16200000" flipH="1">
            <a:off x="6572250" y="-6560153"/>
            <a:ext cx="5143500" cy="18263805"/>
          </a:xfrm>
          <a:prstGeom prst="rect">
            <a:avLst/>
          </a:prstGeom>
          <a:gradFill flip="none" rotWithShape="1">
            <a:gsLst>
              <a:gs pos="0">
                <a:schemeClr val="accent2"/>
              </a:gs>
              <a:gs pos="36000">
                <a:schemeClr val="accent6">
                  <a:alpha val="0"/>
                </a:schemeClr>
              </a:gs>
            </a:gsLst>
            <a:lin ang="210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371600" rtl="0" eaLnBrk="1" fontAlgn="auto" latinLnBrk="0" hangingPunct="1">
              <a:lnSpc>
                <a:spcPct val="100000"/>
              </a:lnSpc>
              <a:spcBef>
                <a:spcPts val="0"/>
              </a:spcBef>
              <a:spcAft>
                <a:spcPts val="0"/>
              </a:spcAft>
              <a:buClrTx/>
              <a:buSzTx/>
              <a:buFontTx/>
              <a:buNone/>
              <a:tabLst/>
              <a:defRPr/>
            </a:pPr>
            <a:endParaRPr kumimoji="0" lang="en-US" sz="27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823F0761-EA67-F7D1-62E4-095EADA262F0}"/>
              </a:ext>
            </a:extLst>
          </p:cNvPr>
          <p:cNvSpPr>
            <a:spLocks noGrp="1"/>
          </p:cNvSpPr>
          <p:nvPr>
            <p:ph type="title" hasCustomPrompt="1"/>
          </p:nvPr>
        </p:nvSpPr>
        <p:spPr>
          <a:xfrm>
            <a:off x="2800350" y="7451677"/>
            <a:ext cx="12726162" cy="1578023"/>
          </a:xfrm>
        </p:spPr>
        <p:txBody>
          <a:bodyPr anchor="ctr">
            <a:normAutofit/>
          </a:bodyPr>
          <a:lstStyle>
            <a:lvl1pPr marL="205740" indent="-205740">
              <a:lnSpc>
                <a:spcPct val="100000"/>
              </a:lnSpc>
              <a:defRPr sz="3000">
                <a:solidFill>
                  <a:schemeClr val="tx1"/>
                </a:solidFill>
              </a:defRPr>
            </a:lvl1pPr>
          </a:lstStyle>
          <a:p>
            <a:r>
              <a:rPr lang="en-US"/>
              <a:t>Quote Author</a:t>
            </a:r>
          </a:p>
        </p:txBody>
      </p:sp>
      <p:sp>
        <p:nvSpPr>
          <p:cNvPr id="3" name="Date Placeholder 2">
            <a:extLst>
              <a:ext uri="{FF2B5EF4-FFF2-40B4-BE49-F238E27FC236}">
                <a16:creationId xmlns:a16="http://schemas.microsoft.com/office/drawing/2014/main" id="{49A78CD0-57A9-DB86-E3A3-40628E6D68B7}"/>
              </a:ext>
            </a:extLst>
          </p:cNvPr>
          <p:cNvSpPr>
            <a:spLocks noGrp="1"/>
          </p:cNvSpPr>
          <p:nvPr>
            <p:ph type="dt" sz="half" idx="10"/>
          </p:nvPr>
        </p:nvSpPr>
        <p:spPr/>
        <p:txBody>
          <a:bodyPr/>
          <a:lstStyle>
            <a:lvl1pPr>
              <a:defRPr>
                <a:solidFill>
                  <a:schemeClr val="tx1"/>
                </a:solidFill>
              </a:defRPr>
            </a:lvl1pPr>
          </a:lstStyle>
          <a:p>
            <a:fld id="{80BDAA3E-BE52-42BC-99E8-CCCB81A57ABD}" type="datetime1">
              <a:rPr lang="en-US" smtClean="0"/>
              <a:t>8/28/2026</a:t>
            </a:fld>
            <a:endParaRPr lang="en-US"/>
          </a:p>
        </p:txBody>
      </p:sp>
      <p:sp>
        <p:nvSpPr>
          <p:cNvPr id="4" name="Footer Placeholder 3">
            <a:extLst>
              <a:ext uri="{FF2B5EF4-FFF2-40B4-BE49-F238E27FC236}">
                <a16:creationId xmlns:a16="http://schemas.microsoft.com/office/drawing/2014/main" id="{B54C2DF4-76B6-1299-74E1-66F403C01A3C}"/>
              </a:ext>
            </a:extLst>
          </p:cNvPr>
          <p:cNvSpPr>
            <a:spLocks noGrp="1"/>
          </p:cNvSpPr>
          <p:nvPr>
            <p:ph type="ftr" sz="quarter" idx="11"/>
          </p:nvPr>
        </p:nvSpPr>
        <p:spPr/>
        <p:txBody>
          <a:bodyPr/>
          <a:lstStyle>
            <a:lvl1pPr>
              <a:defRPr>
                <a:solidFill>
                  <a:schemeClr val="tx1"/>
                </a:solidFill>
              </a:defRPr>
            </a:lvl1pPr>
          </a:lstStyle>
          <a:p>
            <a:endParaRPr lang="en-US"/>
          </a:p>
        </p:txBody>
      </p:sp>
      <p:sp>
        <p:nvSpPr>
          <p:cNvPr id="5" name="Slide Number Placeholder 4">
            <a:extLst>
              <a:ext uri="{FF2B5EF4-FFF2-40B4-BE49-F238E27FC236}">
                <a16:creationId xmlns:a16="http://schemas.microsoft.com/office/drawing/2014/main" id="{2535CA15-3DFE-125B-C658-77179EDEA2F0}"/>
              </a:ext>
            </a:extLst>
          </p:cNvPr>
          <p:cNvSpPr>
            <a:spLocks noGrp="1"/>
          </p:cNvSpPr>
          <p:nvPr>
            <p:ph type="sldNum" sz="quarter" idx="12"/>
          </p:nvPr>
        </p:nvSpPr>
        <p:spPr/>
        <p:txBody>
          <a:bodyPr/>
          <a:lstStyle>
            <a:lvl1pPr>
              <a:defRPr>
                <a:solidFill>
                  <a:schemeClr val="tx1"/>
                </a:solidFill>
              </a:defRPr>
            </a:lvl1pPr>
          </a:lstStyle>
          <a:p>
            <a:fld id="{B6F15528-21DE-4FAA-801E-634DDDAF4B2B}" type="slidenum">
              <a:rPr lang="en-US" smtClean="0"/>
              <a:pPr/>
              <a:t>‹#›</a:t>
            </a:fld>
            <a:endParaRPr lang="en-US"/>
          </a:p>
        </p:txBody>
      </p:sp>
      <p:sp>
        <p:nvSpPr>
          <p:cNvPr id="7" name="Content Placeholder 6">
            <a:extLst>
              <a:ext uri="{FF2B5EF4-FFF2-40B4-BE49-F238E27FC236}">
                <a16:creationId xmlns:a16="http://schemas.microsoft.com/office/drawing/2014/main" id="{E5FAB025-061F-4B04-451A-37E42755863E}"/>
              </a:ext>
            </a:extLst>
          </p:cNvPr>
          <p:cNvSpPr>
            <a:spLocks noGrp="1"/>
          </p:cNvSpPr>
          <p:nvPr>
            <p:ph sz="quarter" idx="13" hasCustomPrompt="1"/>
          </p:nvPr>
        </p:nvSpPr>
        <p:spPr>
          <a:xfrm>
            <a:off x="2800350" y="2108579"/>
            <a:ext cx="12726162" cy="4631433"/>
          </a:xfrm>
        </p:spPr>
        <p:txBody>
          <a:bodyPr vert="horz" lIns="91440" tIns="45720" rIns="91440" bIns="45720" rtlCol="0" anchor="ctr">
            <a:noAutofit/>
          </a:bodyPr>
          <a:lstStyle>
            <a:lvl1pPr marL="0" indent="0">
              <a:lnSpc>
                <a:spcPct val="100000"/>
              </a:lnSpc>
              <a:buNone/>
              <a:defRPr lang="en-US" sz="6000" b="0" dirty="0">
                <a:solidFill>
                  <a:schemeClr val="tx1"/>
                </a:solidFill>
              </a:defRPr>
            </a:lvl1pPr>
            <a:lvl2pPr marL="342900" indent="0">
              <a:lnSpc>
                <a:spcPct val="100000"/>
              </a:lnSpc>
              <a:buNone/>
              <a:defRPr lang="en-US" sz="6000" b="0" dirty="0">
                <a:solidFill>
                  <a:schemeClr val="tx1"/>
                </a:solidFill>
              </a:defRPr>
            </a:lvl2pPr>
            <a:lvl3pPr marL="685800" indent="0">
              <a:lnSpc>
                <a:spcPct val="100000"/>
              </a:lnSpc>
              <a:buNone/>
              <a:defRPr lang="en-US" sz="6000" b="0" dirty="0">
                <a:solidFill>
                  <a:schemeClr val="tx1"/>
                </a:solidFill>
              </a:defRPr>
            </a:lvl3pPr>
            <a:lvl4pPr marL="1028700" indent="0">
              <a:lnSpc>
                <a:spcPct val="100000"/>
              </a:lnSpc>
              <a:buNone/>
              <a:defRPr lang="en-US" sz="6000" b="0" dirty="0">
                <a:solidFill>
                  <a:schemeClr val="tx1"/>
                </a:solidFill>
              </a:defRPr>
            </a:lvl4pPr>
            <a:lvl5pPr marL="1371600" indent="0">
              <a:lnSpc>
                <a:spcPct val="100000"/>
              </a:lnSpc>
              <a:buNone/>
              <a:defRPr lang="en-US" sz="5400" b="0" dirty="0">
                <a:solidFill>
                  <a:schemeClr val="tx1"/>
                </a:solidFill>
              </a:defRPr>
            </a:lvl5pPr>
          </a:lstStyle>
          <a:p>
            <a:pPr lvl="0"/>
            <a:r>
              <a:rPr lang="en-US" dirty="0"/>
              <a:t>Click to add Quote</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6" name="Straight Connector 5">
            <a:extLst>
              <a:ext uri="{FF2B5EF4-FFF2-40B4-BE49-F238E27FC236}">
                <a16:creationId xmlns:a16="http://schemas.microsoft.com/office/drawing/2014/main" id="{8D1ECC83-D6FA-D54B-81F2-EE93577E016F}"/>
              </a:ext>
            </a:extLst>
          </p:cNvPr>
          <p:cNvCxnSpPr>
            <a:cxnSpLocks/>
          </p:cNvCxnSpPr>
          <p:nvPr/>
        </p:nvCxnSpPr>
        <p:spPr>
          <a:xfrm flipH="1">
            <a:off x="3115928" y="7216221"/>
            <a:ext cx="12410585" cy="0"/>
          </a:xfrm>
          <a:prstGeom prst="line">
            <a:avLst/>
          </a:prstGeom>
          <a:ln w="6350">
            <a:solidFill>
              <a:schemeClr val="tx1">
                <a:lumMod val="75000"/>
                <a:alpha val="6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35047552"/>
      </p:ext>
    </p:extLst>
  </p:cSld>
  <p:clrMapOvr>
    <a:masterClrMapping/>
  </p:clrMapOvr>
  <p:extLst>
    <p:ext uri="{DCECCB84-F9BA-43D5-87BE-67443E8EF086}">
      <p15:sldGuideLst xmlns:p15="http://schemas.microsoft.com/office/powerpoint/2012/main"/>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p:cSld name="Conclus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452629" y="1143000"/>
            <a:ext cx="10519328" cy="2072148"/>
          </a:xfrm>
        </p:spPr>
        <p:txBody>
          <a:bodyPr anchor="t">
            <a:noAutofit/>
          </a:bodyPr>
          <a:lstStyle>
            <a:lvl1pPr>
              <a:defRPr sz="6600">
                <a:solidFill>
                  <a:schemeClr val="tx1"/>
                </a:solidFill>
              </a:defRPr>
            </a:lvl1pPr>
          </a:lstStyle>
          <a:p>
            <a:r>
              <a:rPr lang="en-US"/>
              <a:t>Click to edit Master title style</a:t>
            </a:r>
          </a:p>
        </p:txBody>
      </p:sp>
      <p:sp>
        <p:nvSpPr>
          <p:cNvPr id="4" name="Date Placeholder 3">
            <a:extLst>
              <a:ext uri="{FF2B5EF4-FFF2-40B4-BE49-F238E27FC236}">
                <a16:creationId xmlns:a16="http://schemas.microsoft.com/office/drawing/2014/main" id="{5C52CF0D-DCF6-2401-8AD6-ED12BCF0D0F7}"/>
              </a:ext>
            </a:extLst>
          </p:cNvPr>
          <p:cNvSpPr>
            <a:spLocks noGrp="1"/>
          </p:cNvSpPr>
          <p:nvPr>
            <p:ph type="dt" sz="half" idx="14"/>
          </p:nvPr>
        </p:nvSpPr>
        <p:spPr/>
        <p:txBody>
          <a:bodyPr/>
          <a:lstStyle/>
          <a:p>
            <a:fld id="{1D8BD707-D9CF-40AE-B4C6-C98DA3205C09}" type="datetimeFigureOut">
              <a:rPr lang="en-US" smtClean="0"/>
              <a:pPr/>
              <a:t>8/28/2026</a:t>
            </a:fld>
            <a:endParaRPr lang="en-US"/>
          </a:p>
        </p:txBody>
      </p:sp>
      <p:sp>
        <p:nvSpPr>
          <p:cNvPr id="5" name="Footer Placeholder 4">
            <a:extLst>
              <a:ext uri="{FF2B5EF4-FFF2-40B4-BE49-F238E27FC236}">
                <a16:creationId xmlns:a16="http://schemas.microsoft.com/office/drawing/2014/main" id="{A67F5585-231E-4B46-143C-086AE5C56D2F}"/>
              </a:ext>
            </a:extLst>
          </p:cNvPr>
          <p:cNvSpPr>
            <a:spLocks noGrp="1"/>
          </p:cNvSpPr>
          <p:nvPr>
            <p:ph type="ftr" sz="quarter" idx="15"/>
          </p:nvPr>
        </p:nvSpPr>
        <p:spPr/>
        <p:txBody>
          <a:bodyPr/>
          <a:lstStyle/>
          <a:p>
            <a:endParaRPr lang="en-US"/>
          </a:p>
        </p:txBody>
      </p:sp>
      <p:sp>
        <p:nvSpPr>
          <p:cNvPr id="6" name="Slide Number Placeholder 5">
            <a:extLst>
              <a:ext uri="{FF2B5EF4-FFF2-40B4-BE49-F238E27FC236}">
                <a16:creationId xmlns:a16="http://schemas.microsoft.com/office/drawing/2014/main" id="{90CE8D9E-59BD-DBC5-F43C-8A6A21AE2F10}"/>
              </a:ext>
            </a:extLst>
          </p:cNvPr>
          <p:cNvSpPr>
            <a:spLocks noGrp="1"/>
          </p:cNvSpPr>
          <p:nvPr>
            <p:ph type="sldNum" sz="quarter" idx="16"/>
          </p:nvPr>
        </p:nvSpPr>
        <p:spPr/>
        <p:txBody>
          <a:bodyPr/>
          <a:lstStyle/>
          <a:p>
            <a:fld id="{B6F15528-21DE-4FAA-801E-634DDDAF4B2B}" type="slidenum">
              <a:rPr lang="en-US" smtClean="0"/>
              <a:pPr/>
              <a:t>‹#›</a:t>
            </a:fld>
            <a:endParaRPr lang="en-US"/>
          </a:p>
        </p:txBody>
      </p:sp>
      <p:cxnSp>
        <p:nvCxnSpPr>
          <p:cNvPr id="3" name="Straight Connector 2">
            <a:extLst>
              <a:ext uri="{FF2B5EF4-FFF2-40B4-BE49-F238E27FC236}">
                <a16:creationId xmlns:a16="http://schemas.microsoft.com/office/drawing/2014/main" id="{9ABA73FC-7BD1-70E0-E0BB-062C0B9E495C}"/>
              </a:ext>
            </a:extLst>
          </p:cNvPr>
          <p:cNvCxnSpPr>
            <a:cxnSpLocks/>
          </p:cNvCxnSpPr>
          <p:nvPr/>
        </p:nvCxnSpPr>
        <p:spPr>
          <a:xfrm flipH="1">
            <a:off x="592074" y="4549455"/>
            <a:ext cx="17103852" cy="0"/>
          </a:xfrm>
          <a:prstGeom prst="line">
            <a:avLst/>
          </a:prstGeom>
          <a:ln w="6350">
            <a:solidFill>
              <a:schemeClr val="tx1">
                <a:lumMod val="50000"/>
                <a:alpha val="60000"/>
              </a:schemeClr>
            </a:solidFill>
          </a:ln>
        </p:spPr>
        <p:style>
          <a:lnRef idx="1">
            <a:schemeClr val="accent1"/>
          </a:lnRef>
          <a:fillRef idx="0">
            <a:schemeClr val="accent1"/>
          </a:fillRef>
          <a:effectRef idx="0">
            <a:schemeClr val="accent1"/>
          </a:effectRef>
          <a:fontRef idx="minor">
            <a:schemeClr val="tx1"/>
          </a:fontRef>
        </p:style>
      </p:cxnSp>
      <p:sp>
        <p:nvSpPr>
          <p:cNvPr id="7" name="Rectangle 6">
            <a:extLst>
              <a:ext uri="{FF2B5EF4-FFF2-40B4-BE49-F238E27FC236}">
                <a16:creationId xmlns:a16="http://schemas.microsoft.com/office/drawing/2014/main" id="{DE12F779-E4E9-1000-6D97-63D7AD0CD426}"/>
              </a:ext>
            </a:extLst>
          </p:cNvPr>
          <p:cNvSpPr/>
          <p:nvPr/>
        </p:nvSpPr>
        <p:spPr>
          <a:xfrm rot="5400000" flipH="1">
            <a:off x="7147562" y="-853442"/>
            <a:ext cx="3992879" cy="18288003"/>
          </a:xfrm>
          <a:prstGeom prst="rect">
            <a:avLst/>
          </a:prstGeom>
          <a:gradFill>
            <a:gsLst>
              <a:gs pos="51000">
                <a:schemeClr val="bg2">
                  <a:alpha val="0"/>
                </a:schemeClr>
              </a:gs>
              <a:gs pos="98276">
                <a:schemeClr val="tx2"/>
              </a:gs>
              <a:gs pos="85000">
                <a:schemeClr val="accent1">
                  <a:alpha val="85000"/>
                </a:scheme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9" name="Rectangle 8">
            <a:extLst>
              <a:ext uri="{FF2B5EF4-FFF2-40B4-BE49-F238E27FC236}">
                <a16:creationId xmlns:a16="http://schemas.microsoft.com/office/drawing/2014/main" id="{B11177CF-A7A2-912C-416D-E7E03D2C5291}"/>
              </a:ext>
            </a:extLst>
          </p:cNvPr>
          <p:cNvSpPr/>
          <p:nvPr/>
        </p:nvSpPr>
        <p:spPr>
          <a:xfrm rot="5400000" flipH="1">
            <a:off x="6774180" y="-1226823"/>
            <a:ext cx="4739640" cy="18288005"/>
          </a:xfrm>
          <a:prstGeom prst="rect">
            <a:avLst/>
          </a:prstGeom>
          <a:gradFill>
            <a:gsLst>
              <a:gs pos="62000">
                <a:schemeClr val="bg2">
                  <a:alpha val="0"/>
                </a:schemeClr>
              </a:gs>
              <a:gs pos="98276">
                <a:schemeClr val="accent5"/>
              </a:gs>
              <a:gs pos="88000">
                <a:schemeClr val="accent3">
                  <a:alpha val="49000"/>
                </a:schemeClr>
              </a:gs>
            </a:gsLst>
            <a:lin ang="1038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8" name="Content Placeholder 7">
            <a:extLst>
              <a:ext uri="{FF2B5EF4-FFF2-40B4-BE49-F238E27FC236}">
                <a16:creationId xmlns:a16="http://schemas.microsoft.com/office/drawing/2014/main" id="{C7E1FCC9-2D1D-9C6B-8C9A-E3D0A77DBEF0}"/>
              </a:ext>
            </a:extLst>
          </p:cNvPr>
          <p:cNvSpPr>
            <a:spLocks noGrp="1"/>
          </p:cNvSpPr>
          <p:nvPr>
            <p:ph sz="quarter" idx="13"/>
          </p:nvPr>
        </p:nvSpPr>
        <p:spPr>
          <a:xfrm>
            <a:off x="754846" y="5143500"/>
            <a:ext cx="16757549" cy="3698418"/>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863092037"/>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p:cSld name="Conclusion 2">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7A3CA1D0-5ABF-E529-5411-F834222E48FC}"/>
              </a:ext>
            </a:extLst>
          </p:cNvPr>
          <p:cNvSpPr/>
          <p:nvPr/>
        </p:nvSpPr>
        <p:spPr>
          <a:xfrm rot="5400000">
            <a:off x="7531385" y="-3645195"/>
            <a:ext cx="2737551" cy="17800320"/>
          </a:xfrm>
          <a:prstGeom prst="rect">
            <a:avLst/>
          </a:prstGeom>
          <a:gradFill>
            <a:gsLst>
              <a:gs pos="41000">
                <a:schemeClr val="bg1">
                  <a:alpha val="0"/>
                </a:schemeClr>
              </a:gs>
              <a:gs pos="85612">
                <a:schemeClr val="accent4">
                  <a:alpha val="78000"/>
                </a:schemeClr>
              </a:gs>
              <a:gs pos="100000">
                <a:schemeClr val="accent6"/>
              </a:gs>
            </a:gsLst>
            <a:lin ang="10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4" name="Rectangle 3">
            <a:extLst>
              <a:ext uri="{FF2B5EF4-FFF2-40B4-BE49-F238E27FC236}">
                <a16:creationId xmlns:a16="http://schemas.microsoft.com/office/drawing/2014/main" id="{740F5D87-BF9C-3DAE-D977-87A4FA7749F4}"/>
              </a:ext>
            </a:extLst>
          </p:cNvPr>
          <p:cNvSpPr/>
          <p:nvPr/>
        </p:nvSpPr>
        <p:spPr>
          <a:xfrm rot="10800000" flipH="1">
            <a:off x="0" y="3886186"/>
            <a:ext cx="18288000" cy="2737550"/>
          </a:xfrm>
          <a:prstGeom prst="rect">
            <a:avLst/>
          </a:prstGeom>
          <a:gradFill>
            <a:gsLst>
              <a:gs pos="68000">
                <a:schemeClr val="bg2">
                  <a:alpha val="0"/>
                </a:schemeClr>
              </a:gs>
              <a:gs pos="98851">
                <a:schemeClr val="accent5">
                  <a:lumMod val="60000"/>
                  <a:lumOff val="40000"/>
                </a:schemeClr>
              </a:gs>
              <a:gs pos="89000">
                <a:schemeClr val="accent3">
                  <a:lumMod val="60000"/>
                  <a:lumOff val="40000"/>
                  <a:alpha val="35000"/>
                </a:schemeClr>
              </a:gs>
            </a:gsLst>
            <a:lin ang="51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452629" y="1143000"/>
            <a:ext cx="9143999" cy="2181759"/>
          </a:xfrm>
        </p:spPr>
        <p:txBody>
          <a:bodyPr anchor="t">
            <a:normAutofit/>
          </a:bodyPr>
          <a:lstStyle>
            <a:lvl1pPr>
              <a:defRPr sz="8100">
                <a:solidFill>
                  <a:schemeClr val="tx1"/>
                </a:solidFill>
              </a:defRPr>
            </a:lvl1pPr>
          </a:lstStyle>
          <a:p>
            <a:r>
              <a:rPr lang="en-US"/>
              <a:t>Click to edit Master title style</a:t>
            </a:r>
          </a:p>
        </p:txBody>
      </p:sp>
      <p:sp>
        <p:nvSpPr>
          <p:cNvPr id="3" name="Date Placeholder 2">
            <a:extLst>
              <a:ext uri="{FF2B5EF4-FFF2-40B4-BE49-F238E27FC236}">
                <a16:creationId xmlns:a16="http://schemas.microsoft.com/office/drawing/2014/main" id="{7CAECC89-C65D-CAD6-3F7F-24F67D81DCF1}"/>
              </a:ext>
            </a:extLst>
          </p:cNvPr>
          <p:cNvSpPr>
            <a:spLocks noGrp="1"/>
          </p:cNvSpPr>
          <p:nvPr>
            <p:ph type="dt" sz="half" idx="15"/>
          </p:nvPr>
        </p:nvSpPr>
        <p:spPr/>
        <p:txBody>
          <a:bodyPr/>
          <a:lstStyle/>
          <a:p>
            <a:fld id="{1D8BD707-D9CF-40AE-B4C6-C98DA3205C09}" type="datetimeFigureOut">
              <a:rPr lang="en-US" smtClean="0"/>
              <a:pPr/>
              <a:t>8/28/2026</a:t>
            </a:fld>
            <a:endParaRPr lang="en-US"/>
          </a:p>
        </p:txBody>
      </p:sp>
      <p:sp>
        <p:nvSpPr>
          <p:cNvPr id="8" name="Footer Placeholder 7">
            <a:extLst>
              <a:ext uri="{FF2B5EF4-FFF2-40B4-BE49-F238E27FC236}">
                <a16:creationId xmlns:a16="http://schemas.microsoft.com/office/drawing/2014/main" id="{F664FAF8-D2CD-617D-EEE4-AFE7E979984A}"/>
              </a:ext>
            </a:extLst>
          </p:cNvPr>
          <p:cNvSpPr>
            <a:spLocks noGrp="1"/>
          </p:cNvSpPr>
          <p:nvPr>
            <p:ph type="ftr" sz="quarter" idx="16"/>
          </p:nvPr>
        </p:nvSpPr>
        <p:spPr/>
        <p:txBody>
          <a:bodyPr/>
          <a:lstStyle/>
          <a:p>
            <a:endParaRPr lang="en-US"/>
          </a:p>
        </p:txBody>
      </p:sp>
      <p:sp>
        <p:nvSpPr>
          <p:cNvPr id="9" name="Slide Number Placeholder 8">
            <a:extLst>
              <a:ext uri="{FF2B5EF4-FFF2-40B4-BE49-F238E27FC236}">
                <a16:creationId xmlns:a16="http://schemas.microsoft.com/office/drawing/2014/main" id="{B0DB779D-8A81-935C-F850-6C0DCAD5E6D1}"/>
              </a:ext>
            </a:extLst>
          </p:cNvPr>
          <p:cNvSpPr>
            <a:spLocks noGrp="1"/>
          </p:cNvSpPr>
          <p:nvPr>
            <p:ph type="sldNum" sz="quarter" idx="17"/>
          </p:nvPr>
        </p:nvSpPr>
        <p:spPr/>
        <p:txBody>
          <a:bodyPr/>
          <a:lstStyle/>
          <a:p>
            <a:fld id="{B6F15528-21DE-4FAA-801E-634DDDAF4B2B}" type="slidenum">
              <a:rPr lang="en-US" smtClean="0"/>
              <a:pPr/>
              <a:t>‹#›</a:t>
            </a:fld>
            <a:endParaRPr lang="en-US"/>
          </a:p>
        </p:txBody>
      </p:sp>
      <p:sp>
        <p:nvSpPr>
          <p:cNvPr id="7" name="Content Placeholder 6">
            <a:extLst>
              <a:ext uri="{FF2B5EF4-FFF2-40B4-BE49-F238E27FC236}">
                <a16:creationId xmlns:a16="http://schemas.microsoft.com/office/drawing/2014/main" id="{053FFEDA-E57B-DF13-2394-A1514E15F85A}"/>
              </a:ext>
            </a:extLst>
          </p:cNvPr>
          <p:cNvSpPr>
            <a:spLocks noGrp="1"/>
          </p:cNvSpPr>
          <p:nvPr>
            <p:ph sz="quarter" idx="14"/>
          </p:nvPr>
        </p:nvSpPr>
        <p:spPr>
          <a:xfrm>
            <a:off x="11430001" y="5006341"/>
            <a:ext cx="5392757" cy="4242872"/>
          </a:xfrm>
        </p:spPr>
        <p:txBody>
          <a:bodyPr vert="horz" lIns="91440" tIns="45720" rIns="91440" bIns="45720" rtlCol="0">
            <a:normAutofit/>
          </a:bodyPr>
          <a:lstStyle>
            <a:lvl1pPr marL="0" indent="0">
              <a:buNone/>
              <a:defRPr lang="en-US" sz="2700" dirty="0"/>
            </a:lvl1pPr>
            <a:lvl2pPr marL="342900" indent="0">
              <a:buNone/>
              <a:defRPr lang="en-US" sz="2100" dirty="0"/>
            </a:lvl2pPr>
            <a:lvl3pPr marL="685800" indent="0">
              <a:buNone/>
              <a:defRPr lang="en-US" sz="1800" dirty="0"/>
            </a:lvl3pPr>
            <a:lvl4pPr marL="1028700" indent="0">
              <a:buNone/>
              <a:defRPr lang="en-US" sz="1650" dirty="0"/>
            </a:lvl4pPr>
            <a:lvl5pPr marL="1371600" indent="0">
              <a:buNone/>
              <a:defRPr lang="en-US" sz="1575"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350802866"/>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452628" y="1097281"/>
            <a:ext cx="16287750" cy="1038584"/>
          </a:xfrm>
        </p:spPr>
        <p:txBody>
          <a:bodyPr/>
          <a:lstStyle>
            <a:lvl1pPr>
              <a:defRPr>
                <a:solidFill>
                  <a:schemeClr val="tx1"/>
                </a:solidFill>
              </a:defRPr>
            </a:lvl1pPr>
          </a:lstStyle>
          <a:p>
            <a:r>
              <a:rPr lang="en-US"/>
              <a:t>Click to edit Master title style</a:t>
            </a:r>
          </a:p>
        </p:txBody>
      </p:sp>
      <p:sp>
        <p:nvSpPr>
          <p:cNvPr id="3" name="Date Placeholder 2">
            <a:extLst>
              <a:ext uri="{FF2B5EF4-FFF2-40B4-BE49-F238E27FC236}">
                <a16:creationId xmlns:a16="http://schemas.microsoft.com/office/drawing/2014/main" id="{EC2184DE-1D38-B3AE-D560-557B3726B547}"/>
              </a:ext>
            </a:extLst>
          </p:cNvPr>
          <p:cNvSpPr>
            <a:spLocks noGrp="1"/>
          </p:cNvSpPr>
          <p:nvPr>
            <p:ph type="dt" sz="half" idx="15"/>
          </p:nvPr>
        </p:nvSpPr>
        <p:spPr/>
        <p:txBody>
          <a:bodyPr/>
          <a:lstStyle/>
          <a:p>
            <a:fld id="{1D8BD707-D9CF-40AE-B4C6-C98DA3205C09}" type="datetimeFigureOut">
              <a:rPr lang="en-US" smtClean="0"/>
              <a:pPr/>
              <a:t>8/28/2026</a:t>
            </a:fld>
            <a:endParaRPr lang="en-US"/>
          </a:p>
        </p:txBody>
      </p:sp>
      <p:sp>
        <p:nvSpPr>
          <p:cNvPr id="4" name="Footer Placeholder 3">
            <a:extLst>
              <a:ext uri="{FF2B5EF4-FFF2-40B4-BE49-F238E27FC236}">
                <a16:creationId xmlns:a16="http://schemas.microsoft.com/office/drawing/2014/main" id="{392A082C-5D4A-4A20-87E3-9906B5F3BAF4}"/>
              </a:ext>
            </a:extLst>
          </p:cNvPr>
          <p:cNvSpPr>
            <a:spLocks noGrp="1"/>
          </p:cNvSpPr>
          <p:nvPr>
            <p:ph type="ftr" sz="quarter" idx="16"/>
          </p:nvPr>
        </p:nvSpPr>
        <p:spPr/>
        <p:txBody>
          <a:bodyPr/>
          <a:lstStyle/>
          <a:p>
            <a:endParaRPr lang="en-US"/>
          </a:p>
        </p:txBody>
      </p:sp>
      <p:sp>
        <p:nvSpPr>
          <p:cNvPr id="8" name="Slide Number Placeholder 7">
            <a:extLst>
              <a:ext uri="{FF2B5EF4-FFF2-40B4-BE49-F238E27FC236}">
                <a16:creationId xmlns:a16="http://schemas.microsoft.com/office/drawing/2014/main" id="{AD66BE47-AC20-1061-07AD-89A41D02F482}"/>
              </a:ext>
            </a:extLst>
          </p:cNvPr>
          <p:cNvSpPr>
            <a:spLocks noGrp="1"/>
          </p:cNvSpPr>
          <p:nvPr>
            <p:ph type="sldNum" sz="quarter" idx="17"/>
          </p:nvPr>
        </p:nvSpPr>
        <p:spPr/>
        <p:txBody>
          <a:bodyPr/>
          <a:lstStyle/>
          <a:p>
            <a:fld id="{B6F15528-21DE-4FAA-801E-634DDDAF4B2B}" type="slidenum">
              <a:rPr lang="en-US" smtClean="0"/>
              <a:pPr/>
              <a:t>‹#›</a:t>
            </a:fld>
            <a:endParaRPr lang="en-US"/>
          </a:p>
        </p:txBody>
      </p:sp>
      <p:sp>
        <p:nvSpPr>
          <p:cNvPr id="7" name="Content Placeholder 6">
            <a:extLst>
              <a:ext uri="{FF2B5EF4-FFF2-40B4-BE49-F238E27FC236}">
                <a16:creationId xmlns:a16="http://schemas.microsoft.com/office/drawing/2014/main" id="{80A35E0D-62A8-3554-9B0A-F98F410BA73C}"/>
              </a:ext>
            </a:extLst>
          </p:cNvPr>
          <p:cNvSpPr>
            <a:spLocks noGrp="1"/>
          </p:cNvSpPr>
          <p:nvPr>
            <p:ph sz="quarter" idx="18"/>
          </p:nvPr>
        </p:nvSpPr>
        <p:spPr>
          <a:xfrm>
            <a:off x="452438" y="2709862"/>
            <a:ext cx="7748588" cy="687943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Content Placeholder 6">
            <a:extLst>
              <a:ext uri="{FF2B5EF4-FFF2-40B4-BE49-F238E27FC236}">
                <a16:creationId xmlns:a16="http://schemas.microsoft.com/office/drawing/2014/main" id="{59B3B287-1823-BE94-2755-A041E87636AD}"/>
              </a:ext>
            </a:extLst>
          </p:cNvPr>
          <p:cNvSpPr>
            <a:spLocks noGrp="1"/>
          </p:cNvSpPr>
          <p:nvPr>
            <p:ph sz="quarter" idx="19"/>
          </p:nvPr>
        </p:nvSpPr>
        <p:spPr>
          <a:xfrm>
            <a:off x="10085837" y="2709862"/>
            <a:ext cx="7486650" cy="687943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6" name="Straight Connector 5">
            <a:extLst>
              <a:ext uri="{FF2B5EF4-FFF2-40B4-BE49-F238E27FC236}">
                <a16:creationId xmlns:a16="http://schemas.microsoft.com/office/drawing/2014/main" id="{3AFB33C1-66E4-5420-EAC7-ECB72519298E}"/>
              </a:ext>
            </a:extLst>
          </p:cNvPr>
          <p:cNvCxnSpPr>
            <a:cxnSpLocks/>
          </p:cNvCxnSpPr>
          <p:nvPr/>
        </p:nvCxnSpPr>
        <p:spPr>
          <a:xfrm flipH="1">
            <a:off x="592074" y="2377440"/>
            <a:ext cx="17103852" cy="0"/>
          </a:xfrm>
          <a:prstGeom prst="line">
            <a:avLst/>
          </a:prstGeom>
          <a:ln w="6350">
            <a:solidFill>
              <a:schemeClr val="tx1">
                <a:lumMod val="50000"/>
                <a:alpha val="6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30125751"/>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p:cSld name="Comparison">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06AE5CFF-8C53-04B8-D45D-5572C54FE40F}"/>
              </a:ext>
            </a:extLst>
          </p:cNvPr>
          <p:cNvSpPr/>
          <p:nvPr/>
        </p:nvSpPr>
        <p:spPr>
          <a:xfrm flipV="1">
            <a:off x="1" y="1"/>
            <a:ext cx="18287999" cy="2006600"/>
          </a:xfrm>
          <a:prstGeom prst="rect">
            <a:avLst/>
          </a:prstGeom>
          <a:gradFill>
            <a:gsLst>
              <a:gs pos="51000">
                <a:schemeClr val="accent2">
                  <a:lumMod val="50000"/>
                  <a:alpha val="0"/>
                </a:schemeClr>
              </a:gs>
              <a:gs pos="100000">
                <a:schemeClr val="accent1">
                  <a:alpha val="40000"/>
                </a:schemeClr>
              </a:gs>
            </a:gsLst>
            <a:lin ang="576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2" name="Title 1">
            <a:extLst>
              <a:ext uri="{FF2B5EF4-FFF2-40B4-BE49-F238E27FC236}">
                <a16:creationId xmlns:a16="http://schemas.microsoft.com/office/drawing/2014/main" id="{41FEE969-634D-6E32-D227-18E9282C6F9E}"/>
              </a:ext>
            </a:extLst>
          </p:cNvPr>
          <p:cNvSpPr>
            <a:spLocks noGrp="1"/>
          </p:cNvSpPr>
          <p:nvPr>
            <p:ph type="title"/>
          </p:nvPr>
        </p:nvSpPr>
        <p:spPr>
          <a:xfrm>
            <a:off x="452628" y="1097280"/>
            <a:ext cx="17378172" cy="993093"/>
          </a:xfrm>
        </p:spPr>
        <p:txBody>
          <a:bodyPr/>
          <a:lstStyle>
            <a:lvl1pPr>
              <a:defRPr>
                <a:solidFill>
                  <a:schemeClr val="tx1"/>
                </a:solidFill>
              </a:defRPr>
            </a:lvl1pPr>
          </a:lstStyle>
          <a:p>
            <a:r>
              <a:rPr lang="en-US"/>
              <a:t>Click to edit Master title style</a:t>
            </a:r>
          </a:p>
        </p:txBody>
      </p:sp>
      <p:sp>
        <p:nvSpPr>
          <p:cNvPr id="15" name="Date Placeholder 14">
            <a:extLst>
              <a:ext uri="{FF2B5EF4-FFF2-40B4-BE49-F238E27FC236}">
                <a16:creationId xmlns:a16="http://schemas.microsoft.com/office/drawing/2014/main" id="{705EA491-E08A-48B5-7211-33514A94530C}"/>
              </a:ext>
            </a:extLst>
          </p:cNvPr>
          <p:cNvSpPr>
            <a:spLocks noGrp="1"/>
          </p:cNvSpPr>
          <p:nvPr>
            <p:ph type="dt" sz="half" idx="15"/>
          </p:nvPr>
        </p:nvSpPr>
        <p:spPr/>
        <p:txBody>
          <a:bodyPr/>
          <a:lstStyle/>
          <a:p>
            <a:fld id="{1D8BD707-D9CF-40AE-B4C6-C98DA3205C09}" type="datetimeFigureOut">
              <a:rPr lang="en-US" smtClean="0"/>
              <a:pPr/>
              <a:t>8/28/2026</a:t>
            </a:fld>
            <a:endParaRPr lang="en-US"/>
          </a:p>
        </p:txBody>
      </p:sp>
      <p:sp>
        <p:nvSpPr>
          <p:cNvPr id="16" name="Footer Placeholder 15">
            <a:extLst>
              <a:ext uri="{FF2B5EF4-FFF2-40B4-BE49-F238E27FC236}">
                <a16:creationId xmlns:a16="http://schemas.microsoft.com/office/drawing/2014/main" id="{259980DF-BFB1-0E16-FE9E-D2D30ED180E7}"/>
              </a:ext>
            </a:extLst>
          </p:cNvPr>
          <p:cNvSpPr>
            <a:spLocks noGrp="1"/>
          </p:cNvSpPr>
          <p:nvPr>
            <p:ph type="ftr" sz="quarter" idx="16"/>
          </p:nvPr>
        </p:nvSpPr>
        <p:spPr/>
        <p:txBody>
          <a:bodyPr/>
          <a:lstStyle/>
          <a:p>
            <a:endParaRPr lang="en-US"/>
          </a:p>
        </p:txBody>
      </p:sp>
      <p:sp>
        <p:nvSpPr>
          <p:cNvPr id="17" name="Slide Number Placeholder 16">
            <a:extLst>
              <a:ext uri="{FF2B5EF4-FFF2-40B4-BE49-F238E27FC236}">
                <a16:creationId xmlns:a16="http://schemas.microsoft.com/office/drawing/2014/main" id="{6EA97154-58A7-DD75-CD73-93F442F34125}"/>
              </a:ext>
            </a:extLst>
          </p:cNvPr>
          <p:cNvSpPr>
            <a:spLocks noGrp="1"/>
          </p:cNvSpPr>
          <p:nvPr>
            <p:ph type="sldNum" sz="quarter" idx="17"/>
          </p:nvPr>
        </p:nvSpPr>
        <p:spPr/>
        <p:txBody>
          <a:bodyPr/>
          <a:lstStyle/>
          <a:p>
            <a:fld id="{B6F15528-21DE-4FAA-801E-634DDDAF4B2B}" type="slidenum">
              <a:rPr lang="en-US" smtClean="0"/>
              <a:pPr/>
              <a:t>‹#›</a:t>
            </a:fld>
            <a:endParaRPr lang="en-US"/>
          </a:p>
        </p:txBody>
      </p:sp>
      <p:sp>
        <p:nvSpPr>
          <p:cNvPr id="3" name="Text Placeholder 2">
            <a:extLst>
              <a:ext uri="{FF2B5EF4-FFF2-40B4-BE49-F238E27FC236}">
                <a16:creationId xmlns:a16="http://schemas.microsoft.com/office/drawing/2014/main" id="{61CD26D4-290A-F0ED-7D62-41EDA6FEC2B9}"/>
              </a:ext>
            </a:extLst>
          </p:cNvPr>
          <p:cNvSpPr>
            <a:spLocks noGrp="1"/>
          </p:cNvSpPr>
          <p:nvPr>
            <p:ph type="body" idx="1"/>
          </p:nvPr>
        </p:nvSpPr>
        <p:spPr>
          <a:xfrm>
            <a:off x="452628" y="2663669"/>
            <a:ext cx="7749540" cy="960120"/>
          </a:xfrm>
        </p:spPr>
        <p:txBody>
          <a:bodyPr anchor="ctr" anchorCtr="0">
            <a:normAutofit/>
          </a:bodyPr>
          <a:lstStyle>
            <a:lvl1pPr marL="0" indent="0">
              <a:lnSpc>
                <a:spcPct val="90000"/>
              </a:lnSpc>
              <a:buNone/>
              <a:defRPr sz="2400" b="1" cap="none" baseline="0"/>
            </a:lvl1pPr>
            <a:lvl2pPr marL="685800" indent="0">
              <a:buNone/>
              <a:defRPr sz="3000" b="1"/>
            </a:lvl2pPr>
            <a:lvl3pPr marL="1371600" indent="0">
              <a:buNone/>
              <a:defRPr sz="2700" b="1"/>
            </a:lvl3pPr>
            <a:lvl4pPr marL="2057400" indent="0">
              <a:buNone/>
              <a:defRPr sz="2400" b="1"/>
            </a:lvl4pPr>
            <a:lvl5pPr marL="2743200" indent="0">
              <a:buNone/>
              <a:defRPr sz="2400" b="1"/>
            </a:lvl5pPr>
            <a:lvl6pPr marL="3429000" indent="0">
              <a:buNone/>
              <a:defRPr sz="2400" b="1"/>
            </a:lvl6pPr>
            <a:lvl7pPr marL="4114800" indent="0">
              <a:buNone/>
              <a:defRPr sz="2400" b="1"/>
            </a:lvl7pPr>
            <a:lvl8pPr marL="4800600" indent="0">
              <a:buNone/>
              <a:defRPr sz="2400" b="1"/>
            </a:lvl8pPr>
            <a:lvl9pPr marL="5486400" indent="0">
              <a:buNone/>
              <a:defRPr sz="2400" b="1"/>
            </a:lvl9pPr>
          </a:lstStyle>
          <a:p>
            <a:pPr lvl="0"/>
            <a:r>
              <a:rPr lang="en-US"/>
              <a:t>Click to edit Master text styles</a:t>
            </a:r>
          </a:p>
        </p:txBody>
      </p:sp>
      <p:sp>
        <p:nvSpPr>
          <p:cNvPr id="6" name="Content Placeholder 6">
            <a:extLst>
              <a:ext uri="{FF2B5EF4-FFF2-40B4-BE49-F238E27FC236}">
                <a16:creationId xmlns:a16="http://schemas.microsoft.com/office/drawing/2014/main" id="{13701989-F794-F145-FEEE-631718E4D69C}"/>
              </a:ext>
            </a:extLst>
          </p:cNvPr>
          <p:cNvSpPr>
            <a:spLocks noGrp="1"/>
          </p:cNvSpPr>
          <p:nvPr>
            <p:ph sz="quarter" idx="18"/>
          </p:nvPr>
        </p:nvSpPr>
        <p:spPr>
          <a:xfrm>
            <a:off x="452438" y="3738721"/>
            <a:ext cx="7748588" cy="585057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6536620-C4F3-EEC3-DBF1-05196B1CBB55}"/>
              </a:ext>
            </a:extLst>
          </p:cNvPr>
          <p:cNvSpPr>
            <a:spLocks noGrp="1"/>
          </p:cNvSpPr>
          <p:nvPr>
            <p:ph type="body" sz="quarter" idx="3"/>
          </p:nvPr>
        </p:nvSpPr>
        <p:spPr>
          <a:xfrm>
            <a:off x="10081260" y="2663666"/>
            <a:ext cx="7749540" cy="960120"/>
          </a:xfrm>
        </p:spPr>
        <p:txBody>
          <a:bodyPr anchor="ctr" anchorCtr="0">
            <a:normAutofit/>
          </a:bodyPr>
          <a:lstStyle>
            <a:lvl1pPr marL="0" indent="0">
              <a:lnSpc>
                <a:spcPct val="90000"/>
              </a:lnSpc>
              <a:buNone/>
              <a:defRPr sz="2400" b="1" cap="none" baseline="0"/>
            </a:lvl1pPr>
            <a:lvl2pPr marL="685800" indent="0">
              <a:buNone/>
              <a:defRPr sz="3000" b="1"/>
            </a:lvl2pPr>
            <a:lvl3pPr marL="1371600" indent="0">
              <a:buNone/>
              <a:defRPr sz="2700" b="1"/>
            </a:lvl3pPr>
            <a:lvl4pPr marL="2057400" indent="0">
              <a:buNone/>
              <a:defRPr sz="2400" b="1"/>
            </a:lvl4pPr>
            <a:lvl5pPr marL="2743200" indent="0">
              <a:buNone/>
              <a:defRPr sz="2400" b="1"/>
            </a:lvl5pPr>
            <a:lvl6pPr marL="3429000" indent="0">
              <a:buNone/>
              <a:defRPr sz="2400" b="1"/>
            </a:lvl6pPr>
            <a:lvl7pPr marL="4114800" indent="0">
              <a:buNone/>
              <a:defRPr sz="2400" b="1"/>
            </a:lvl7pPr>
            <a:lvl8pPr marL="4800600" indent="0">
              <a:buNone/>
              <a:defRPr sz="2400" b="1"/>
            </a:lvl8pPr>
            <a:lvl9pPr marL="5486400" indent="0">
              <a:buNone/>
              <a:defRPr sz="2400" b="1"/>
            </a:lvl9pPr>
          </a:lstStyle>
          <a:p>
            <a:pPr lvl="0"/>
            <a:r>
              <a:rPr lang="en-US"/>
              <a:t>Click to edit Master text styles</a:t>
            </a:r>
          </a:p>
        </p:txBody>
      </p:sp>
      <p:sp>
        <p:nvSpPr>
          <p:cNvPr id="8" name="Content Placeholder 6">
            <a:extLst>
              <a:ext uri="{FF2B5EF4-FFF2-40B4-BE49-F238E27FC236}">
                <a16:creationId xmlns:a16="http://schemas.microsoft.com/office/drawing/2014/main" id="{A3BB3E04-BBB2-1EB1-AF01-EFE05E004270}"/>
              </a:ext>
            </a:extLst>
          </p:cNvPr>
          <p:cNvSpPr>
            <a:spLocks noGrp="1"/>
          </p:cNvSpPr>
          <p:nvPr>
            <p:ph sz="quarter" idx="19"/>
          </p:nvPr>
        </p:nvSpPr>
        <p:spPr>
          <a:xfrm>
            <a:off x="10085836" y="3738721"/>
            <a:ext cx="7772861" cy="585057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7" name="Straight Connector 6">
            <a:extLst>
              <a:ext uri="{FF2B5EF4-FFF2-40B4-BE49-F238E27FC236}">
                <a16:creationId xmlns:a16="http://schemas.microsoft.com/office/drawing/2014/main" id="{B692CF81-A7A7-1362-125E-EEC5C8BD16E7}"/>
              </a:ext>
            </a:extLst>
          </p:cNvPr>
          <p:cNvCxnSpPr>
            <a:cxnSpLocks/>
          </p:cNvCxnSpPr>
          <p:nvPr/>
        </p:nvCxnSpPr>
        <p:spPr>
          <a:xfrm flipH="1">
            <a:off x="592074" y="2369901"/>
            <a:ext cx="17103852" cy="0"/>
          </a:xfrm>
          <a:prstGeom prst="line">
            <a:avLst/>
          </a:prstGeom>
          <a:ln w="6350">
            <a:solidFill>
              <a:schemeClr val="tx1">
                <a:lumMod val="50000"/>
                <a:alpha val="60000"/>
              </a:schemeClr>
            </a:solidFill>
          </a:ln>
        </p:spPr>
        <p:style>
          <a:lnRef idx="1">
            <a:schemeClr val="accent1"/>
          </a:lnRef>
          <a:fillRef idx="0">
            <a:schemeClr val="accent1"/>
          </a:fillRef>
          <a:effectRef idx="0">
            <a:schemeClr val="accent1"/>
          </a:effectRef>
          <a:fontRef idx="minor">
            <a:schemeClr val="tx1"/>
          </a:fontRef>
        </p:style>
      </p:cxnSp>
      <p:sp>
        <p:nvSpPr>
          <p:cNvPr id="4" name="Rectangle 3">
            <a:extLst>
              <a:ext uri="{FF2B5EF4-FFF2-40B4-BE49-F238E27FC236}">
                <a16:creationId xmlns:a16="http://schemas.microsoft.com/office/drawing/2014/main" id="{11E71789-6ED9-AA74-B78C-05CAF80B5536}"/>
              </a:ext>
            </a:extLst>
          </p:cNvPr>
          <p:cNvSpPr/>
          <p:nvPr/>
        </p:nvSpPr>
        <p:spPr>
          <a:xfrm flipV="1">
            <a:off x="1" y="1"/>
            <a:ext cx="18287999" cy="2006600"/>
          </a:xfrm>
          <a:prstGeom prst="rect">
            <a:avLst/>
          </a:prstGeom>
          <a:gradFill>
            <a:gsLst>
              <a:gs pos="51000">
                <a:schemeClr val="accent2">
                  <a:lumMod val="50000"/>
                  <a:alpha val="0"/>
                </a:schemeClr>
              </a:gs>
              <a:gs pos="100000">
                <a:schemeClr val="accent1">
                  <a:alpha val="40000"/>
                </a:schemeClr>
              </a:gs>
            </a:gsLst>
            <a:lin ang="576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Tree>
    <p:extLst>
      <p:ext uri="{BB962C8B-B14F-4D97-AF65-F5344CB8AC3E}">
        <p14:creationId xmlns:p14="http://schemas.microsoft.com/office/powerpoint/2010/main" val="1765497639"/>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6A9F42-7FF7-F803-C075-BC4968D35E34}"/>
              </a:ext>
            </a:extLst>
          </p:cNvPr>
          <p:cNvSpPr>
            <a:spLocks noGrp="1"/>
          </p:cNvSpPr>
          <p:nvPr>
            <p:ph type="title"/>
          </p:nvPr>
        </p:nvSpPr>
        <p:spPr>
          <a:xfrm>
            <a:off x="452628" y="1508760"/>
            <a:ext cx="14859000" cy="1201563"/>
          </a:xfrm>
        </p:spPr>
        <p:txBody>
          <a:bodyPr anchor="t"/>
          <a:lstStyle/>
          <a:p>
            <a:r>
              <a:rPr lang="en-US"/>
              <a:t>Click to edit Master title style</a:t>
            </a:r>
          </a:p>
        </p:txBody>
      </p:sp>
      <p:sp>
        <p:nvSpPr>
          <p:cNvPr id="3" name="Date Placeholder 2">
            <a:extLst>
              <a:ext uri="{FF2B5EF4-FFF2-40B4-BE49-F238E27FC236}">
                <a16:creationId xmlns:a16="http://schemas.microsoft.com/office/drawing/2014/main" id="{E89E8268-7232-2944-F1BD-399F9419B563}"/>
              </a:ext>
            </a:extLst>
          </p:cNvPr>
          <p:cNvSpPr>
            <a:spLocks noGrp="1"/>
          </p:cNvSpPr>
          <p:nvPr>
            <p:ph type="dt" sz="half" idx="10"/>
          </p:nvPr>
        </p:nvSpPr>
        <p:spPr/>
        <p:txBody>
          <a:bodyPr/>
          <a:lstStyle/>
          <a:p>
            <a:fld id="{1D8BD707-D9CF-40AE-B4C6-C98DA3205C09}" type="datetimeFigureOut">
              <a:rPr lang="en-US" smtClean="0"/>
              <a:pPr/>
              <a:t>8/28/2026</a:t>
            </a:fld>
            <a:endParaRPr lang="en-US"/>
          </a:p>
        </p:txBody>
      </p:sp>
      <p:sp>
        <p:nvSpPr>
          <p:cNvPr id="4" name="Footer Placeholder 3">
            <a:extLst>
              <a:ext uri="{FF2B5EF4-FFF2-40B4-BE49-F238E27FC236}">
                <a16:creationId xmlns:a16="http://schemas.microsoft.com/office/drawing/2014/main" id="{6B968DDD-323F-89A1-84E3-DDBA626D9386}"/>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8FBDC76-671D-1671-DCE2-D5658BD40E29}"/>
              </a:ext>
            </a:extLst>
          </p:cNvPr>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1881689105"/>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blank" preserve="1">
  <p:cSld name="Empty">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9BC4D82-0182-501C-9231-46767680476E}"/>
              </a:ext>
            </a:extLst>
          </p:cNvPr>
          <p:cNvSpPr>
            <a:spLocks noGrp="1"/>
          </p:cNvSpPr>
          <p:nvPr>
            <p:ph type="dt" sz="half" idx="10"/>
          </p:nvPr>
        </p:nvSpPr>
        <p:spPr/>
        <p:txBody>
          <a:bodyPr/>
          <a:lstStyle/>
          <a:p>
            <a:fld id="{1D8BD707-D9CF-40AE-B4C6-C98DA3205C09}" type="datetimeFigureOut">
              <a:rPr lang="en-US" smtClean="0"/>
              <a:pPr/>
              <a:t>8/28/2026</a:t>
            </a:fld>
            <a:endParaRPr lang="en-US"/>
          </a:p>
        </p:txBody>
      </p:sp>
      <p:sp>
        <p:nvSpPr>
          <p:cNvPr id="3" name="Footer Placeholder 2">
            <a:extLst>
              <a:ext uri="{FF2B5EF4-FFF2-40B4-BE49-F238E27FC236}">
                <a16:creationId xmlns:a16="http://schemas.microsoft.com/office/drawing/2014/main" id="{10EAA6C9-A7F3-19F1-D17C-A1D83FAF553F}"/>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34EBB816-1B94-116F-92D4-6043AE9E0C6B}"/>
              </a:ext>
            </a:extLst>
          </p:cNvPr>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261804644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theme" Target="../theme/theme1.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75BFB69-9245-EC58-F1DE-FEB625BD336A}"/>
              </a:ext>
            </a:extLst>
          </p:cNvPr>
          <p:cNvSpPr>
            <a:spLocks noGrp="1"/>
          </p:cNvSpPr>
          <p:nvPr>
            <p:ph type="title"/>
          </p:nvPr>
        </p:nvSpPr>
        <p:spPr>
          <a:xfrm>
            <a:off x="452628" y="1303710"/>
            <a:ext cx="17406069" cy="1453809"/>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4" name="Date Placeholder 3">
            <a:extLst>
              <a:ext uri="{FF2B5EF4-FFF2-40B4-BE49-F238E27FC236}">
                <a16:creationId xmlns:a16="http://schemas.microsoft.com/office/drawing/2014/main" id="{3995753E-AF8A-7E04-8A1A-205B755A0215}"/>
              </a:ext>
            </a:extLst>
          </p:cNvPr>
          <p:cNvSpPr>
            <a:spLocks noGrp="1"/>
          </p:cNvSpPr>
          <p:nvPr>
            <p:ph type="dt" sz="half" idx="2"/>
          </p:nvPr>
        </p:nvSpPr>
        <p:spPr>
          <a:xfrm>
            <a:off x="452628" y="315171"/>
            <a:ext cx="2638932" cy="548640"/>
          </a:xfrm>
          <a:prstGeom prst="rect">
            <a:avLst/>
          </a:prstGeom>
        </p:spPr>
        <p:txBody>
          <a:bodyPr vert="horz" lIns="91440" tIns="45720" rIns="91440" bIns="45720" rtlCol="0" anchor="ctr"/>
          <a:lstStyle>
            <a:lvl1pPr algn="l" rtl="0">
              <a:defRPr sz="1200" cap="none" spc="0" baseline="0">
                <a:solidFill>
                  <a:schemeClr val="tx1"/>
                </a:solidFill>
              </a:defRPr>
            </a:lvl1pPr>
          </a:lstStyle>
          <a:p>
            <a:fld id="{1D8BD707-D9CF-40AE-B4C6-C98DA3205C09}" type="datetimeFigureOut">
              <a:rPr lang="en-US" smtClean="0"/>
              <a:pPr/>
              <a:t>8/28/2026</a:t>
            </a:fld>
            <a:endParaRPr lang="en-US"/>
          </a:p>
        </p:txBody>
      </p:sp>
      <p:sp>
        <p:nvSpPr>
          <p:cNvPr id="5" name="Footer Placeholder 4">
            <a:extLst>
              <a:ext uri="{FF2B5EF4-FFF2-40B4-BE49-F238E27FC236}">
                <a16:creationId xmlns:a16="http://schemas.microsoft.com/office/drawing/2014/main" id="{D4E1B7C8-DA74-800B-EE14-A39E9DB32DE4}"/>
              </a:ext>
            </a:extLst>
          </p:cNvPr>
          <p:cNvSpPr>
            <a:spLocks noGrp="1"/>
          </p:cNvSpPr>
          <p:nvPr>
            <p:ph type="ftr" sz="quarter" idx="3"/>
          </p:nvPr>
        </p:nvSpPr>
        <p:spPr>
          <a:xfrm>
            <a:off x="11433728" y="315171"/>
            <a:ext cx="3763926" cy="548640"/>
          </a:xfrm>
          <a:prstGeom prst="rect">
            <a:avLst/>
          </a:prstGeom>
        </p:spPr>
        <p:txBody>
          <a:bodyPr vert="horz" lIns="91440" tIns="45720" rIns="91440" bIns="45720" rtlCol="0" anchor="ctr"/>
          <a:lstStyle>
            <a:lvl1pPr algn="l" rtl="0">
              <a:defRPr sz="1200" cap="none" spc="0" baseline="0">
                <a:solidFill>
                  <a:schemeClr val="tx1"/>
                </a:solidFill>
              </a:defRPr>
            </a:lvl1pPr>
          </a:lstStyle>
          <a:p>
            <a:endParaRPr lang="en-US"/>
          </a:p>
        </p:txBody>
      </p:sp>
      <p:sp>
        <p:nvSpPr>
          <p:cNvPr id="6" name="Slide Number Placeholder 5">
            <a:extLst>
              <a:ext uri="{FF2B5EF4-FFF2-40B4-BE49-F238E27FC236}">
                <a16:creationId xmlns:a16="http://schemas.microsoft.com/office/drawing/2014/main" id="{7AC1647D-0DF0-CA1B-F723-EF7B8F508DB7}"/>
              </a:ext>
            </a:extLst>
          </p:cNvPr>
          <p:cNvSpPr>
            <a:spLocks noGrp="1"/>
          </p:cNvSpPr>
          <p:nvPr>
            <p:ph type="sldNum" sz="quarter" idx="4"/>
          </p:nvPr>
        </p:nvSpPr>
        <p:spPr>
          <a:xfrm>
            <a:off x="16950485" y="315171"/>
            <a:ext cx="908213" cy="548640"/>
          </a:xfrm>
          <a:prstGeom prst="rect">
            <a:avLst/>
          </a:prstGeom>
        </p:spPr>
        <p:txBody>
          <a:bodyPr vert="horz" lIns="91440" tIns="45720" rIns="91440" bIns="45720" rtlCol="0" anchor="ctr"/>
          <a:lstStyle>
            <a:lvl1pPr algn="r" rtl="0">
              <a:defRPr sz="1200" cap="none" spc="0" baseline="0">
                <a:solidFill>
                  <a:schemeClr val="tx1"/>
                </a:solidFill>
              </a:defRPr>
            </a:lvl1pPr>
          </a:lstStyle>
          <a:p>
            <a:fld id="{B6F15528-21DE-4FAA-801E-634DDDAF4B2B}" type="slidenum">
              <a:rPr lang="en-US" smtClean="0"/>
              <a:pPr/>
              <a:t>‹#›</a:t>
            </a:fld>
            <a:endParaRPr lang="en-US"/>
          </a:p>
        </p:txBody>
      </p:sp>
      <p:sp>
        <p:nvSpPr>
          <p:cNvPr id="3" name="Text Placeholder 2">
            <a:extLst>
              <a:ext uri="{FF2B5EF4-FFF2-40B4-BE49-F238E27FC236}">
                <a16:creationId xmlns:a16="http://schemas.microsoft.com/office/drawing/2014/main" id="{5516AFD5-5144-C460-0CA4-644BC4A93C02}"/>
              </a:ext>
            </a:extLst>
          </p:cNvPr>
          <p:cNvSpPr>
            <a:spLocks noGrp="1"/>
          </p:cNvSpPr>
          <p:nvPr>
            <p:ph type="body" idx="1"/>
          </p:nvPr>
        </p:nvSpPr>
        <p:spPr>
          <a:xfrm>
            <a:off x="452628" y="3070927"/>
            <a:ext cx="17406069" cy="6351965"/>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cxnSp>
        <p:nvCxnSpPr>
          <p:cNvPr id="16" name="Straight Connector 15">
            <a:extLst>
              <a:ext uri="{FF2B5EF4-FFF2-40B4-BE49-F238E27FC236}">
                <a16:creationId xmlns:a16="http://schemas.microsoft.com/office/drawing/2014/main" id="{A3E5EF3F-856F-01A0-B658-94EAB13FC060}"/>
              </a:ext>
            </a:extLst>
          </p:cNvPr>
          <p:cNvCxnSpPr>
            <a:cxnSpLocks/>
          </p:cNvCxnSpPr>
          <p:nvPr/>
        </p:nvCxnSpPr>
        <p:spPr>
          <a:xfrm flipH="1">
            <a:off x="592074" y="1126970"/>
            <a:ext cx="17103852" cy="0"/>
          </a:xfrm>
          <a:prstGeom prst="line">
            <a:avLst/>
          </a:prstGeom>
          <a:ln w="6350">
            <a:solidFill>
              <a:schemeClr val="tx1">
                <a:lumMod val="75000"/>
                <a:alpha val="34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6035625"/>
      </p:ext>
    </p:extLst>
  </p:cSld>
  <p:clrMap bg1="dk1" tx1="lt1" bg2="dk2" tx2="lt2" accent1="accent1" accent2="accent2" accent3="accent3" accent4="accent4" accent5="accent5" accent6="accent6" hlink="hlink" folHlink="folHlink"/>
  <p:sldLayoutIdLst>
    <p:sldLayoutId id="2147483785" r:id="rId1"/>
    <p:sldLayoutId id="2147483786" r:id="rId2"/>
    <p:sldLayoutId id="2147483787" r:id="rId3"/>
    <p:sldLayoutId id="2147483788" r:id="rId4"/>
    <p:sldLayoutId id="2147483789" r:id="rId5"/>
    <p:sldLayoutId id="2147483790" r:id="rId6"/>
    <p:sldLayoutId id="2147483791" r:id="rId7"/>
    <p:sldLayoutId id="2147483792" r:id="rId8"/>
    <p:sldLayoutId id="2147483793" r:id="rId9"/>
    <p:sldLayoutId id="2147483794" r:id="rId10"/>
    <p:sldLayoutId id="2147483795" r:id="rId11"/>
    <p:sldLayoutId id="2147483796" r:id="rId12"/>
    <p:sldLayoutId id="2147483797" r:id="rId13"/>
    <p:sldLayoutId id="2147483798" r:id="rId14"/>
    <p:sldLayoutId id="2147483799" r:id="rId15"/>
    <p:sldLayoutId id="2147483800" r:id="rId16"/>
    <p:sldLayoutId id="2147483801" r:id="rId17"/>
    <p:sldLayoutId id="2147483802" r:id="rId18"/>
    <p:sldLayoutId id="2147483803" r:id="rId19"/>
    <p:sldLayoutId id="2147483804" r:id="rId20"/>
    <p:sldLayoutId id="2147483805" r:id="rId21"/>
    <p:sldLayoutId id="2147483806" r:id="rId22"/>
    <p:sldLayoutId id="2147483807" r:id="rId23"/>
    <p:sldLayoutId id="2147483808" r:id="rId24"/>
    <p:sldLayoutId id="2147483809" r:id="rId25"/>
    <p:sldLayoutId id="2147483810" r:id="rId26"/>
    <p:sldLayoutId id="2147483811" r:id="rId27"/>
  </p:sldLayoutIdLst>
  <p:txStyles>
    <p:titleStyle>
      <a:lvl1pPr algn="l" defTabSz="1371600" rtl="0" eaLnBrk="1" latinLnBrk="0" hangingPunct="1">
        <a:lnSpc>
          <a:spcPct val="85000"/>
        </a:lnSpc>
        <a:spcBef>
          <a:spcPct val="0"/>
        </a:spcBef>
        <a:buNone/>
        <a:defRPr sz="4200" b="0" kern="1200" spc="0" baseline="0">
          <a:solidFill>
            <a:schemeClr val="tx1"/>
          </a:solidFill>
          <a:latin typeface="+mj-lt"/>
          <a:ea typeface="+mj-ea"/>
          <a:cs typeface="+mj-cs"/>
        </a:defRPr>
      </a:lvl1pPr>
    </p:titleStyle>
    <p:bodyStyle>
      <a:lvl1pPr marL="0" indent="0" algn="l" defTabSz="1371600" rtl="0" eaLnBrk="1" latinLnBrk="0" hangingPunct="1">
        <a:lnSpc>
          <a:spcPct val="120000"/>
        </a:lnSpc>
        <a:spcBef>
          <a:spcPts val="1500"/>
        </a:spcBef>
        <a:buFont typeface="Arial" panose="020B0604020202020204" pitchFamily="34" charset="0"/>
        <a:buNone/>
        <a:defRPr sz="2100" kern="1200" spc="0">
          <a:solidFill>
            <a:schemeClr val="tx1"/>
          </a:solidFill>
          <a:latin typeface="+mn-lt"/>
          <a:ea typeface="+mn-ea"/>
          <a:cs typeface="+mn-cs"/>
        </a:defRPr>
      </a:lvl1pPr>
      <a:lvl2pPr marL="342900" indent="0" algn="l" defTabSz="1371600" rtl="0" eaLnBrk="1" latinLnBrk="0" hangingPunct="1">
        <a:lnSpc>
          <a:spcPct val="120000"/>
        </a:lnSpc>
        <a:spcBef>
          <a:spcPts val="750"/>
        </a:spcBef>
        <a:buFont typeface="Arial" panose="020B0604020202020204" pitchFamily="34" charset="0"/>
        <a:buNone/>
        <a:defRPr sz="2100" kern="1200" spc="0">
          <a:solidFill>
            <a:schemeClr val="tx1"/>
          </a:solidFill>
          <a:latin typeface="+mn-lt"/>
          <a:ea typeface="+mn-ea"/>
          <a:cs typeface="+mn-cs"/>
        </a:defRPr>
      </a:lvl2pPr>
      <a:lvl3pPr marL="685800" indent="0" algn="l" defTabSz="1371600" rtl="0" eaLnBrk="1" latinLnBrk="0" hangingPunct="1">
        <a:lnSpc>
          <a:spcPct val="120000"/>
        </a:lnSpc>
        <a:spcBef>
          <a:spcPts val="750"/>
        </a:spcBef>
        <a:buFont typeface="Arial" panose="020B0604020202020204" pitchFamily="34" charset="0"/>
        <a:buNone/>
        <a:defRPr sz="2100" kern="1200" spc="0">
          <a:solidFill>
            <a:schemeClr val="tx1"/>
          </a:solidFill>
          <a:latin typeface="+mn-lt"/>
          <a:ea typeface="+mn-ea"/>
          <a:cs typeface="+mn-cs"/>
        </a:defRPr>
      </a:lvl3pPr>
      <a:lvl4pPr marL="1028700" indent="0" algn="l" defTabSz="1371600" rtl="0" eaLnBrk="1" latinLnBrk="0" hangingPunct="1">
        <a:lnSpc>
          <a:spcPct val="120000"/>
        </a:lnSpc>
        <a:spcBef>
          <a:spcPts val="750"/>
        </a:spcBef>
        <a:buFont typeface="Arial" panose="020B0604020202020204" pitchFamily="34" charset="0"/>
        <a:buNone/>
        <a:defRPr sz="2100" kern="1200" spc="0">
          <a:solidFill>
            <a:schemeClr val="tx1"/>
          </a:solidFill>
          <a:latin typeface="+mn-lt"/>
          <a:ea typeface="+mn-ea"/>
          <a:cs typeface="+mn-cs"/>
        </a:defRPr>
      </a:lvl4pPr>
      <a:lvl5pPr marL="1371600" indent="0" algn="l" defTabSz="1371600" rtl="0" eaLnBrk="1" latinLnBrk="0" hangingPunct="1">
        <a:lnSpc>
          <a:spcPct val="120000"/>
        </a:lnSpc>
        <a:spcBef>
          <a:spcPts val="750"/>
        </a:spcBef>
        <a:buFont typeface="Arial" panose="020B0604020202020204" pitchFamily="34" charset="0"/>
        <a:buNone/>
        <a:defRPr sz="2100" kern="1200" spc="0">
          <a:solidFill>
            <a:schemeClr val="tx1"/>
          </a:solidFill>
          <a:latin typeface="+mn-lt"/>
          <a:ea typeface="+mn-ea"/>
          <a:cs typeface="+mn-cs"/>
        </a:defRPr>
      </a:lvl5pPr>
      <a:lvl6pPr marL="3771900" indent="-342900" algn="l" defTabSz="1371600" rtl="0" eaLnBrk="1" latinLnBrk="0" hangingPunct="1">
        <a:lnSpc>
          <a:spcPct val="90000"/>
        </a:lnSpc>
        <a:spcBef>
          <a:spcPts val="750"/>
        </a:spcBef>
        <a:buFont typeface="Arial" panose="020B0604020202020204" pitchFamily="34" charset="0"/>
        <a:buChar char="•"/>
        <a:defRPr sz="2700" kern="1200">
          <a:solidFill>
            <a:schemeClr val="tx1"/>
          </a:solidFill>
          <a:latin typeface="+mn-lt"/>
          <a:ea typeface="+mn-ea"/>
          <a:cs typeface="+mn-cs"/>
        </a:defRPr>
      </a:lvl6pPr>
      <a:lvl7pPr marL="4457700" indent="-342900" algn="l" defTabSz="1371600" rtl="0" eaLnBrk="1" latinLnBrk="0" hangingPunct="1">
        <a:lnSpc>
          <a:spcPct val="90000"/>
        </a:lnSpc>
        <a:spcBef>
          <a:spcPts val="750"/>
        </a:spcBef>
        <a:buFont typeface="Arial" panose="020B0604020202020204" pitchFamily="34" charset="0"/>
        <a:buChar char="•"/>
        <a:defRPr sz="2700" kern="1200">
          <a:solidFill>
            <a:schemeClr val="tx1"/>
          </a:solidFill>
          <a:latin typeface="+mn-lt"/>
          <a:ea typeface="+mn-ea"/>
          <a:cs typeface="+mn-cs"/>
        </a:defRPr>
      </a:lvl7pPr>
      <a:lvl8pPr marL="5143500" indent="-342900" algn="l" defTabSz="1371600" rtl="0" eaLnBrk="1" latinLnBrk="0" hangingPunct="1">
        <a:lnSpc>
          <a:spcPct val="90000"/>
        </a:lnSpc>
        <a:spcBef>
          <a:spcPts val="750"/>
        </a:spcBef>
        <a:buFont typeface="Arial" panose="020B0604020202020204" pitchFamily="34" charset="0"/>
        <a:buChar char="•"/>
        <a:defRPr sz="2700" kern="1200">
          <a:solidFill>
            <a:schemeClr val="tx1"/>
          </a:solidFill>
          <a:latin typeface="+mn-lt"/>
          <a:ea typeface="+mn-ea"/>
          <a:cs typeface="+mn-cs"/>
        </a:defRPr>
      </a:lvl8pPr>
      <a:lvl9pPr marL="5829300" indent="-342900" algn="l" defTabSz="1371600" rtl="0" eaLnBrk="1" latinLnBrk="0" hangingPunct="1">
        <a:lnSpc>
          <a:spcPct val="90000"/>
        </a:lnSpc>
        <a:spcBef>
          <a:spcPts val="750"/>
        </a:spcBef>
        <a:buFont typeface="Arial" panose="020B0604020202020204" pitchFamily="34" charset="0"/>
        <a:buChar char="•"/>
        <a:defRPr sz="2700" kern="1200">
          <a:solidFill>
            <a:schemeClr val="tx1"/>
          </a:solidFill>
          <a:latin typeface="+mn-lt"/>
          <a:ea typeface="+mn-ea"/>
          <a:cs typeface="+mn-cs"/>
        </a:defRPr>
      </a:lvl9pPr>
    </p:bodyStyle>
    <p:otherStyle>
      <a:defPPr>
        <a:defRPr lang="en-US"/>
      </a:defPPr>
      <a:lvl1pPr marL="0" algn="l" defTabSz="1371600" rtl="0" eaLnBrk="1" latinLnBrk="0" hangingPunct="1">
        <a:defRPr sz="2700" kern="1200">
          <a:solidFill>
            <a:schemeClr val="tx1"/>
          </a:solidFill>
          <a:latin typeface="+mn-lt"/>
          <a:ea typeface="+mn-ea"/>
          <a:cs typeface="+mn-cs"/>
        </a:defRPr>
      </a:lvl1pPr>
      <a:lvl2pPr marL="685800" algn="l" defTabSz="1371600" rtl="0" eaLnBrk="1" latinLnBrk="0" hangingPunct="1">
        <a:defRPr sz="2700" kern="1200">
          <a:solidFill>
            <a:schemeClr val="tx1"/>
          </a:solidFill>
          <a:latin typeface="+mn-lt"/>
          <a:ea typeface="+mn-ea"/>
          <a:cs typeface="+mn-cs"/>
        </a:defRPr>
      </a:lvl2pPr>
      <a:lvl3pPr marL="1371600" algn="l" defTabSz="1371600" rtl="0" eaLnBrk="1" latinLnBrk="0" hangingPunct="1">
        <a:defRPr sz="2700" kern="1200">
          <a:solidFill>
            <a:schemeClr val="tx1"/>
          </a:solidFill>
          <a:latin typeface="+mn-lt"/>
          <a:ea typeface="+mn-ea"/>
          <a:cs typeface="+mn-cs"/>
        </a:defRPr>
      </a:lvl3pPr>
      <a:lvl4pPr marL="2057400" algn="l" defTabSz="1371600" rtl="0" eaLnBrk="1" latinLnBrk="0" hangingPunct="1">
        <a:defRPr sz="2700" kern="1200">
          <a:solidFill>
            <a:schemeClr val="tx1"/>
          </a:solidFill>
          <a:latin typeface="+mn-lt"/>
          <a:ea typeface="+mn-ea"/>
          <a:cs typeface="+mn-cs"/>
        </a:defRPr>
      </a:lvl4pPr>
      <a:lvl5pPr marL="2743200" algn="l" defTabSz="1371600" rtl="0" eaLnBrk="1" latinLnBrk="0" hangingPunct="1">
        <a:defRPr sz="2700" kern="1200">
          <a:solidFill>
            <a:schemeClr val="tx1"/>
          </a:solidFill>
          <a:latin typeface="+mn-lt"/>
          <a:ea typeface="+mn-ea"/>
          <a:cs typeface="+mn-cs"/>
        </a:defRPr>
      </a:lvl5pPr>
      <a:lvl6pPr marL="3429000" algn="l" defTabSz="1371600" rtl="0" eaLnBrk="1" latinLnBrk="0" hangingPunct="1">
        <a:defRPr sz="2700" kern="1200">
          <a:solidFill>
            <a:schemeClr val="tx1"/>
          </a:solidFill>
          <a:latin typeface="+mn-lt"/>
          <a:ea typeface="+mn-ea"/>
          <a:cs typeface="+mn-cs"/>
        </a:defRPr>
      </a:lvl6pPr>
      <a:lvl7pPr marL="4114800" algn="l" defTabSz="1371600" rtl="0" eaLnBrk="1" latinLnBrk="0" hangingPunct="1">
        <a:defRPr sz="2700" kern="1200">
          <a:solidFill>
            <a:schemeClr val="tx1"/>
          </a:solidFill>
          <a:latin typeface="+mn-lt"/>
          <a:ea typeface="+mn-ea"/>
          <a:cs typeface="+mn-cs"/>
        </a:defRPr>
      </a:lvl7pPr>
      <a:lvl8pPr marL="4800600" algn="l" defTabSz="1371600" rtl="0" eaLnBrk="1" latinLnBrk="0" hangingPunct="1">
        <a:defRPr sz="2700" kern="1200">
          <a:solidFill>
            <a:schemeClr val="tx1"/>
          </a:solidFill>
          <a:latin typeface="+mn-lt"/>
          <a:ea typeface="+mn-ea"/>
          <a:cs typeface="+mn-cs"/>
        </a:defRPr>
      </a:lvl8pPr>
      <a:lvl9pPr marL="5486400" algn="l" defTabSz="1371600" rtl="0" eaLnBrk="1" latinLnBrk="0" hangingPunct="1">
        <a:defRPr sz="2700" kern="1200">
          <a:solidFill>
            <a:schemeClr val="tx1"/>
          </a:solidFill>
          <a:latin typeface="+mn-lt"/>
          <a:ea typeface="+mn-ea"/>
          <a:cs typeface="+mn-cs"/>
        </a:defRPr>
      </a:lvl9pPr>
    </p:otherStyle>
  </p:txStyles>
  <p:extLst>
    <p:ext uri="{27BBF7A9-308A-43DC-89C8-2F10F3537804}">
      <p15:sldGuideLst xmlns:p15="http://schemas.microsoft.com/office/powerpoint/2012/main">
        <p15:guide id="21" pos="168">
          <p15:clr>
            <a:srgbClr val="F26B43"/>
          </p15:clr>
        </p15:guide>
        <p15:guide id="22" orient="horz" pos="2160">
          <p15:clr>
            <a:srgbClr val="F26B43"/>
          </p15:clr>
        </p15:guide>
        <p15:guide id="23" pos="4800">
          <p15:clr>
            <a:srgbClr val="F26B43"/>
          </p15:clr>
        </p15:guide>
        <p15:guide id="24" orient="horz" pos="480">
          <p15:clr>
            <a:srgbClr val="F26B43"/>
          </p15:clr>
        </p15:guide>
        <p15:guide id="25" orient="horz" pos="864">
          <p15:clr>
            <a:srgbClr val="F26B43"/>
          </p15:clr>
        </p15:guide>
        <p15:guide id="26" pos="7392">
          <p15:clr>
            <a:srgbClr val="F26B43"/>
          </p15:clr>
        </p15:guide>
        <p15:guide id="27" orient="horz" pos="3840">
          <p15:clr>
            <a:srgbClr val="F26B43"/>
          </p15:clr>
        </p15:guide>
        <p15:guide id="28" pos="240">
          <p15:clr>
            <a:srgbClr val="F26B43"/>
          </p15:clr>
        </p15:guide>
        <p15:guide id="29" pos="7440">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jpeg"/><Relationship Id="rId1" Type="http://schemas.openxmlformats.org/officeDocument/2006/relationships/slideLayout" Target="../slideLayouts/slideLayout27.xml"/></Relationships>
</file>

<file path=ppt/slides/_rels/slide2.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7.xml"/></Relationships>
</file>

<file path=ppt/slides/_rels/slide7.xml.rels><?xml version="1.0" encoding="UTF-8" standalone="yes"?>
<Relationships xmlns="http://schemas.openxmlformats.org/package/2006/relationships"><Relationship Id="rId2" Type="http://schemas.openxmlformats.org/officeDocument/2006/relationships/image" Target="../media/image8.svg"/><Relationship Id="rId1" Type="http://schemas.openxmlformats.org/officeDocument/2006/relationships/slideLayout" Target="../slideLayouts/slideLayout27.xml"/></Relationships>
</file>

<file path=ppt/slides/_rels/slide8.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9.svg"/><Relationship Id="rId1" Type="http://schemas.openxmlformats.org/officeDocument/2006/relationships/slideLayout" Target="../slideLayouts/slideLayout27.xml"/><Relationship Id="rId4" Type="http://schemas.openxmlformats.org/officeDocument/2006/relationships/image" Target="../media/image11.sv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7.xml"/></Relationships>
</file>

<file path=ppt/slides/_rels/slide10.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0"/>
            <a:ext cx="18301840" cy="10295039"/>
            <a:chOff x="0" y="0"/>
            <a:chExt cx="24402453" cy="13726719"/>
          </a:xfrm>
        </p:grpSpPr>
        <p:sp>
          <p:nvSpPr>
            <p:cNvPr id="3" name="Freeform 3"/>
            <p:cNvSpPr/>
            <p:nvPr/>
          </p:nvSpPr>
          <p:spPr>
            <a:xfrm>
              <a:off x="0" y="0"/>
              <a:ext cx="24402414" cy="13726668"/>
            </a:xfrm>
            <a:custGeom>
              <a:avLst/>
              <a:gdLst/>
              <a:ahLst/>
              <a:cxnLst/>
              <a:rect l="l" t="t" r="r" b="b"/>
              <a:pathLst>
                <a:path w="24402414" h="13726668">
                  <a:moveTo>
                    <a:pt x="0" y="0"/>
                  </a:moveTo>
                  <a:lnTo>
                    <a:pt x="24402414" y="0"/>
                  </a:lnTo>
                  <a:lnTo>
                    <a:pt x="24402414" y="13726668"/>
                  </a:lnTo>
                  <a:lnTo>
                    <a:pt x="0" y="13726668"/>
                  </a:lnTo>
                  <a:close/>
                </a:path>
              </a:pathLst>
            </a:custGeom>
            <a:solidFill>
              <a:srgbClr val="181A24"/>
            </a:solidFill>
          </p:spPr>
        </p:sp>
      </p:grpSp>
      <p:grpSp>
        <p:nvGrpSpPr>
          <p:cNvPr id="4" name="Group 4"/>
          <p:cNvGrpSpPr/>
          <p:nvPr/>
        </p:nvGrpSpPr>
        <p:grpSpPr>
          <a:xfrm>
            <a:off x="0" y="0"/>
            <a:ext cx="18301840" cy="10295039"/>
            <a:chOff x="0" y="0"/>
            <a:chExt cx="24402453" cy="13726719"/>
          </a:xfrm>
        </p:grpSpPr>
        <p:sp>
          <p:nvSpPr>
            <p:cNvPr id="5" name="Freeform 5"/>
            <p:cNvSpPr/>
            <p:nvPr/>
          </p:nvSpPr>
          <p:spPr>
            <a:xfrm>
              <a:off x="0" y="0"/>
              <a:ext cx="24402414" cy="13726668"/>
            </a:xfrm>
            <a:custGeom>
              <a:avLst/>
              <a:gdLst/>
              <a:ahLst/>
              <a:cxnLst/>
              <a:rect l="l" t="t" r="r" b="b"/>
              <a:pathLst>
                <a:path w="24402414" h="13726668">
                  <a:moveTo>
                    <a:pt x="0" y="0"/>
                  </a:moveTo>
                  <a:lnTo>
                    <a:pt x="24402414" y="0"/>
                  </a:lnTo>
                  <a:lnTo>
                    <a:pt x="24402414" y="13726668"/>
                  </a:lnTo>
                  <a:lnTo>
                    <a:pt x="0" y="13726668"/>
                  </a:lnTo>
                  <a:close/>
                </a:path>
              </a:pathLst>
            </a:custGeom>
            <a:solidFill>
              <a:srgbClr val="252833"/>
            </a:solidFill>
          </p:spPr>
        </p:sp>
      </p:grpSp>
      <p:grpSp>
        <p:nvGrpSpPr>
          <p:cNvPr id="6" name="Group 6"/>
          <p:cNvGrpSpPr/>
          <p:nvPr/>
        </p:nvGrpSpPr>
        <p:grpSpPr>
          <a:xfrm>
            <a:off x="0" y="0"/>
            <a:ext cx="18301840" cy="10295039"/>
            <a:chOff x="0" y="0"/>
            <a:chExt cx="24402453" cy="13726719"/>
          </a:xfrm>
        </p:grpSpPr>
        <p:sp>
          <p:nvSpPr>
            <p:cNvPr id="7" name="Freeform 7" descr="preencoded.png"/>
            <p:cNvSpPr/>
            <p:nvPr/>
          </p:nvSpPr>
          <p:spPr>
            <a:xfrm>
              <a:off x="0" y="0"/>
              <a:ext cx="24402414" cy="13726668"/>
            </a:xfrm>
            <a:custGeom>
              <a:avLst/>
              <a:gdLst/>
              <a:ahLst/>
              <a:cxnLst/>
              <a:rect l="l" t="t" r="r" b="b"/>
              <a:pathLst>
                <a:path w="24402414" h="13726668">
                  <a:moveTo>
                    <a:pt x="0" y="0"/>
                  </a:moveTo>
                  <a:lnTo>
                    <a:pt x="24402414" y="0"/>
                  </a:lnTo>
                  <a:lnTo>
                    <a:pt x="24402414" y="13726668"/>
                  </a:lnTo>
                  <a:lnTo>
                    <a:pt x="0" y="13726668"/>
                  </a:lnTo>
                  <a:lnTo>
                    <a:pt x="0" y="0"/>
                  </a:lnTo>
                  <a:close/>
                </a:path>
              </a:pathLst>
            </a:custGeom>
            <a:blipFill>
              <a:blip r:embed="rId2"/>
              <a:stretch>
                <a:fillRect l="-1" r="-1"/>
              </a:stretch>
            </a:blipFill>
          </p:spPr>
        </p:sp>
      </p:grpSp>
      <p:grpSp>
        <p:nvGrpSpPr>
          <p:cNvPr id="8" name="Group 8"/>
          <p:cNvGrpSpPr/>
          <p:nvPr/>
        </p:nvGrpSpPr>
        <p:grpSpPr>
          <a:xfrm>
            <a:off x="-13840" y="0"/>
            <a:ext cx="18301840" cy="10295039"/>
            <a:chOff x="0" y="0"/>
            <a:chExt cx="24402453" cy="13726719"/>
          </a:xfrm>
        </p:grpSpPr>
        <p:sp>
          <p:nvSpPr>
            <p:cNvPr id="9" name="Freeform 9"/>
            <p:cNvSpPr/>
            <p:nvPr/>
          </p:nvSpPr>
          <p:spPr>
            <a:xfrm>
              <a:off x="0" y="0"/>
              <a:ext cx="24402414" cy="13726668"/>
            </a:xfrm>
            <a:custGeom>
              <a:avLst/>
              <a:gdLst/>
              <a:ahLst/>
              <a:cxnLst/>
              <a:rect l="l" t="t" r="r" b="b"/>
              <a:pathLst>
                <a:path w="24402414" h="13726668">
                  <a:moveTo>
                    <a:pt x="0" y="0"/>
                  </a:moveTo>
                  <a:lnTo>
                    <a:pt x="24402414" y="0"/>
                  </a:lnTo>
                  <a:lnTo>
                    <a:pt x="24402414" y="13726668"/>
                  </a:lnTo>
                  <a:lnTo>
                    <a:pt x="0" y="13726668"/>
                  </a:lnTo>
                  <a:close/>
                </a:path>
              </a:pathLst>
            </a:custGeom>
            <a:solidFill>
              <a:srgbClr val="252833">
                <a:alpha val="63922"/>
              </a:srgbClr>
            </a:solidFill>
          </p:spPr>
        </p:sp>
      </p:grpSp>
      <p:sp>
        <p:nvSpPr>
          <p:cNvPr id="10" name="TextBox 10"/>
          <p:cNvSpPr txBox="1"/>
          <p:nvPr/>
        </p:nvSpPr>
        <p:spPr>
          <a:xfrm>
            <a:off x="1080859" y="847058"/>
            <a:ext cx="16140112" cy="834524"/>
          </a:xfrm>
          <a:prstGeom prst="rect">
            <a:avLst/>
          </a:prstGeom>
        </p:spPr>
        <p:txBody>
          <a:bodyPr lIns="0" tIns="0" rIns="0" bIns="0" rtlCol="0" anchor="t">
            <a:spAutoFit/>
          </a:bodyPr>
          <a:lstStyle/>
          <a:p>
            <a:pPr algn="l">
              <a:lnSpc>
                <a:spcPts val="6838"/>
              </a:lnSpc>
            </a:pPr>
            <a:r>
              <a:rPr lang="en-US" sz="5479" dirty="0">
                <a:solidFill>
                  <a:srgbClr val="F98AC7"/>
                </a:solidFill>
                <a:latin typeface="Lora"/>
                <a:ea typeface="Lora"/>
                <a:cs typeface="Lora"/>
                <a:sym typeface="Lora"/>
              </a:rPr>
              <a:t>Internship Project Presentation</a:t>
            </a:r>
          </a:p>
        </p:txBody>
      </p:sp>
      <p:sp>
        <p:nvSpPr>
          <p:cNvPr id="11" name="TextBox 11"/>
          <p:cNvSpPr txBox="1"/>
          <p:nvPr/>
        </p:nvSpPr>
        <p:spPr>
          <a:xfrm>
            <a:off x="1080859" y="2095119"/>
            <a:ext cx="17055208" cy="474489"/>
          </a:xfrm>
          <a:prstGeom prst="rect">
            <a:avLst/>
          </a:prstGeom>
        </p:spPr>
        <p:txBody>
          <a:bodyPr lIns="0" tIns="0" rIns="0" bIns="0" rtlCol="0" anchor="t">
            <a:spAutoFit/>
          </a:bodyPr>
          <a:lstStyle/>
          <a:p>
            <a:pPr algn="l">
              <a:lnSpc>
                <a:spcPts val="3657"/>
              </a:lnSpc>
            </a:pPr>
            <a:r>
              <a:rPr lang="en-US" sz="2800" dirty="0">
                <a:solidFill>
                  <a:srgbClr val="D6E5EF"/>
                </a:solidFill>
                <a:latin typeface="Source Sans 3"/>
                <a:ea typeface="Source Sans 3"/>
                <a:cs typeface="Source Sans 3"/>
                <a:sym typeface="Source Sans 3"/>
              </a:rPr>
              <a:t>A Field-Based Assessment of Welfare Activity Challenges</a:t>
            </a:r>
          </a:p>
        </p:txBody>
      </p:sp>
      <p:sp>
        <p:nvSpPr>
          <p:cNvPr id="12" name="TextBox 12"/>
          <p:cNvSpPr txBox="1"/>
          <p:nvPr/>
        </p:nvSpPr>
        <p:spPr>
          <a:xfrm>
            <a:off x="1080859" y="3067822"/>
            <a:ext cx="16140112" cy="1380186"/>
          </a:xfrm>
          <a:prstGeom prst="rect">
            <a:avLst/>
          </a:prstGeom>
        </p:spPr>
        <p:txBody>
          <a:bodyPr lIns="0" tIns="0" rIns="0" bIns="0" rtlCol="0" anchor="t">
            <a:spAutoFit/>
          </a:bodyPr>
          <a:lstStyle/>
          <a:p>
            <a:pPr algn="l">
              <a:lnSpc>
                <a:spcPts val="5526"/>
              </a:lnSpc>
            </a:pPr>
            <a:br>
              <a:rPr lang="en-US" sz="4428" b="1" dirty="0">
                <a:solidFill>
                  <a:srgbClr val="F98AC7"/>
                </a:solidFill>
                <a:latin typeface="Lora Bold"/>
                <a:ea typeface="Lora Bold"/>
                <a:cs typeface="Lora Bold"/>
                <a:sym typeface="Lora Bold"/>
              </a:rPr>
            </a:br>
            <a:r>
              <a:rPr lang="en-US" sz="4428" b="1" dirty="0">
                <a:solidFill>
                  <a:srgbClr val="F98AC7"/>
                </a:solidFill>
                <a:latin typeface="Lora Bold"/>
                <a:ea typeface="Lora Bold"/>
                <a:cs typeface="Lora Bold"/>
                <a:sym typeface="Lora Bold"/>
              </a:rPr>
              <a:t>Shiri Ram Darbar Trust </a:t>
            </a:r>
          </a:p>
        </p:txBody>
      </p:sp>
      <p:sp>
        <p:nvSpPr>
          <p:cNvPr id="13" name="TextBox 13"/>
          <p:cNvSpPr txBox="1"/>
          <p:nvPr/>
        </p:nvSpPr>
        <p:spPr>
          <a:xfrm>
            <a:off x="1080859" y="4139832"/>
            <a:ext cx="16140112" cy="4241289"/>
          </a:xfrm>
          <a:prstGeom prst="rect">
            <a:avLst/>
          </a:prstGeom>
        </p:spPr>
        <p:txBody>
          <a:bodyPr lIns="0" tIns="0" rIns="0" bIns="0" rtlCol="0" anchor="t">
            <a:spAutoFit/>
          </a:bodyPr>
          <a:lstStyle/>
          <a:p>
            <a:pPr algn="l">
              <a:lnSpc>
                <a:spcPts val="3657"/>
              </a:lnSpc>
            </a:pPr>
            <a:br>
              <a:rPr lang="en-US" sz="2326" dirty="0">
                <a:solidFill>
                  <a:srgbClr val="D6E5EF"/>
                </a:solidFill>
                <a:latin typeface="Source Sans 3"/>
                <a:ea typeface="Source Sans 3"/>
                <a:cs typeface="Source Sans 3"/>
                <a:sym typeface="Source Sans 3"/>
              </a:rPr>
            </a:br>
            <a:br>
              <a:rPr lang="en-US" sz="2326" dirty="0">
                <a:solidFill>
                  <a:srgbClr val="D6E5EF"/>
                </a:solidFill>
                <a:latin typeface="Source Sans 3"/>
                <a:ea typeface="Source Sans 3"/>
                <a:cs typeface="Source Sans 3"/>
                <a:sym typeface="Source Sans 3"/>
              </a:rPr>
            </a:br>
            <a:r>
              <a:rPr lang="en-US" sz="2326" dirty="0">
                <a:solidFill>
                  <a:srgbClr val="D6E5EF"/>
                </a:solidFill>
                <a:latin typeface="Source Sans 3"/>
                <a:ea typeface="Source Sans 3"/>
                <a:cs typeface="Source Sans 3"/>
                <a:sym typeface="Source Sans 3"/>
              </a:rPr>
              <a:t>STUDENT                                                        Shivesh Sharma</a:t>
            </a:r>
          </a:p>
          <a:p>
            <a:pPr algn="l">
              <a:lnSpc>
                <a:spcPts val="3657"/>
              </a:lnSpc>
            </a:pPr>
            <a:r>
              <a:rPr lang="en-US" sz="2326" dirty="0">
                <a:solidFill>
                  <a:srgbClr val="D6E5EF"/>
                </a:solidFill>
                <a:latin typeface="Source Sans 3"/>
                <a:ea typeface="Source Sans 3"/>
                <a:cs typeface="Source Sans 3"/>
                <a:sym typeface="Source Sans 3"/>
              </a:rPr>
              <a:t>ROLL  NUMBER                                             25SCS1003001052</a:t>
            </a:r>
          </a:p>
          <a:p>
            <a:pPr algn="l">
              <a:lnSpc>
                <a:spcPts val="3657"/>
              </a:lnSpc>
            </a:pPr>
            <a:r>
              <a:rPr lang="en-US" sz="2326" dirty="0">
                <a:solidFill>
                  <a:srgbClr val="D6E5EF"/>
                </a:solidFill>
                <a:latin typeface="Source Sans 3"/>
                <a:ea typeface="Source Sans 3"/>
                <a:cs typeface="Source Sans 3"/>
                <a:sym typeface="Source Sans 3"/>
              </a:rPr>
              <a:t>PROGRAM                                                       </a:t>
            </a:r>
            <a:r>
              <a:rPr lang="en-US" sz="2326" dirty="0" err="1">
                <a:solidFill>
                  <a:srgbClr val="D6E5EF"/>
                </a:solidFill>
                <a:latin typeface="Source Sans 3"/>
                <a:ea typeface="Source Sans 3"/>
                <a:cs typeface="Source Sans 3"/>
                <a:sym typeface="Source Sans 3"/>
              </a:rPr>
              <a:t>B.Tech</a:t>
            </a:r>
            <a:r>
              <a:rPr lang="en-US" sz="2326" dirty="0">
                <a:solidFill>
                  <a:srgbClr val="D6E5EF"/>
                </a:solidFill>
                <a:latin typeface="Source Sans 3"/>
                <a:ea typeface="Source Sans 3"/>
                <a:cs typeface="Source Sans 3"/>
                <a:sym typeface="Source Sans 3"/>
              </a:rPr>
              <a:t> Computer Science &amp; Engineering</a:t>
            </a:r>
          </a:p>
          <a:p>
            <a:pPr algn="l">
              <a:lnSpc>
                <a:spcPts val="3657"/>
              </a:lnSpc>
            </a:pPr>
            <a:r>
              <a:rPr lang="en-US" sz="2326" dirty="0">
                <a:solidFill>
                  <a:srgbClr val="D6E5EF"/>
                </a:solidFill>
                <a:latin typeface="Source Sans 3"/>
                <a:ea typeface="Source Sans 3"/>
                <a:cs typeface="Source Sans 3"/>
                <a:sym typeface="Source Sans 3"/>
              </a:rPr>
              <a:t>UNIVERSITY                                                    IILM University, Greater Noida, U.P.</a:t>
            </a:r>
          </a:p>
          <a:p>
            <a:pPr algn="l">
              <a:lnSpc>
                <a:spcPts val="3657"/>
              </a:lnSpc>
            </a:pPr>
            <a:r>
              <a:rPr lang="en-US" sz="2326" dirty="0">
                <a:solidFill>
                  <a:srgbClr val="D6E5EF"/>
                </a:solidFill>
                <a:latin typeface="Source Sans 3"/>
                <a:ea typeface="Source Sans 3"/>
                <a:cs typeface="Source Sans 3"/>
                <a:sym typeface="Source Sans 3"/>
              </a:rPr>
              <a:t>ORGANIZATION                                            Shiri Ram Darbar Trust</a:t>
            </a:r>
          </a:p>
          <a:p>
            <a:pPr algn="l">
              <a:lnSpc>
                <a:spcPts val="3657"/>
              </a:lnSpc>
            </a:pPr>
            <a:r>
              <a:rPr lang="en-US" sz="2326" dirty="0">
                <a:solidFill>
                  <a:srgbClr val="D6E5EF"/>
                </a:solidFill>
                <a:latin typeface="Source Sans 3"/>
                <a:ea typeface="Source Sans 3"/>
                <a:cs typeface="Source Sans 3"/>
                <a:sym typeface="Source Sans 3"/>
              </a:rPr>
              <a:t>SUPERVISOR                                                 Mr. Neeraj Sharma</a:t>
            </a:r>
          </a:p>
          <a:p>
            <a:pPr algn="l">
              <a:lnSpc>
                <a:spcPts val="3657"/>
              </a:lnSpc>
            </a:pPr>
            <a:endParaRPr lang="en-US" sz="2326" dirty="0">
              <a:solidFill>
                <a:srgbClr val="D6E5EF"/>
              </a:solidFill>
              <a:latin typeface="Source Sans 3"/>
              <a:ea typeface="Source Sans 3"/>
              <a:cs typeface="Source Sans 3"/>
              <a:sym typeface="Source Sans 3"/>
            </a:endParaRPr>
          </a:p>
        </p:txBody>
      </p:sp>
      <p:sp>
        <p:nvSpPr>
          <p:cNvPr id="15" name="TextBox 15"/>
          <p:cNvSpPr txBox="1"/>
          <p:nvPr/>
        </p:nvSpPr>
        <p:spPr>
          <a:xfrm>
            <a:off x="1080859" y="6805936"/>
            <a:ext cx="16140112" cy="445378"/>
          </a:xfrm>
          <a:prstGeom prst="rect">
            <a:avLst/>
          </a:prstGeom>
        </p:spPr>
        <p:txBody>
          <a:bodyPr lIns="0" tIns="0" rIns="0" bIns="0" rtlCol="0" anchor="t">
            <a:spAutoFit/>
          </a:bodyPr>
          <a:lstStyle/>
          <a:p>
            <a:pPr algn="l">
              <a:lnSpc>
                <a:spcPts val="3657"/>
              </a:lnSpc>
            </a:pPr>
            <a:endParaRPr lang="en-US" sz="2326" b="1" dirty="0">
              <a:solidFill>
                <a:srgbClr val="D6E5EF"/>
              </a:solidFill>
              <a:latin typeface="Source Sans 3 Bold"/>
              <a:ea typeface="Source Sans 3 Bold"/>
              <a:cs typeface="Source Sans 3 Bold"/>
              <a:sym typeface="Source Sans 3 Bold"/>
            </a:endParaRPr>
          </a:p>
        </p:txBody>
      </p:sp>
      <p:pic>
        <p:nvPicPr>
          <p:cNvPr id="17" name="Picture 16">
            <a:extLst>
              <a:ext uri="{FF2B5EF4-FFF2-40B4-BE49-F238E27FC236}">
                <a16:creationId xmlns:a16="http://schemas.microsoft.com/office/drawing/2014/main" id="{26F31940-9DD5-DF56-D553-7778282F57C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5570046" y="607390"/>
            <a:ext cx="1876425" cy="200025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0"/>
            <a:ext cx="18301840" cy="10295039"/>
            <a:chOff x="0" y="0"/>
            <a:chExt cx="24402453" cy="13726719"/>
          </a:xfrm>
        </p:grpSpPr>
        <p:sp>
          <p:nvSpPr>
            <p:cNvPr id="3" name="Freeform 3"/>
            <p:cNvSpPr/>
            <p:nvPr/>
          </p:nvSpPr>
          <p:spPr>
            <a:xfrm>
              <a:off x="0" y="0"/>
              <a:ext cx="24402414" cy="13726668"/>
            </a:xfrm>
            <a:custGeom>
              <a:avLst/>
              <a:gdLst/>
              <a:ahLst/>
              <a:cxnLst/>
              <a:rect l="l" t="t" r="r" b="b"/>
              <a:pathLst>
                <a:path w="24402414" h="13726668">
                  <a:moveTo>
                    <a:pt x="0" y="0"/>
                  </a:moveTo>
                  <a:lnTo>
                    <a:pt x="24402414" y="0"/>
                  </a:lnTo>
                  <a:lnTo>
                    <a:pt x="24402414" y="13726668"/>
                  </a:lnTo>
                  <a:lnTo>
                    <a:pt x="0" y="13726668"/>
                  </a:lnTo>
                  <a:close/>
                </a:path>
              </a:pathLst>
            </a:custGeom>
            <a:solidFill>
              <a:srgbClr val="181A24"/>
            </a:solidFill>
          </p:spPr>
        </p:sp>
      </p:grpSp>
      <p:grpSp>
        <p:nvGrpSpPr>
          <p:cNvPr id="4" name="Group 4"/>
          <p:cNvGrpSpPr/>
          <p:nvPr/>
        </p:nvGrpSpPr>
        <p:grpSpPr>
          <a:xfrm>
            <a:off x="0" y="0"/>
            <a:ext cx="18301840" cy="10295039"/>
            <a:chOff x="0" y="0"/>
            <a:chExt cx="24402453" cy="13726719"/>
          </a:xfrm>
        </p:grpSpPr>
        <p:sp>
          <p:nvSpPr>
            <p:cNvPr id="5" name="Freeform 5"/>
            <p:cNvSpPr/>
            <p:nvPr/>
          </p:nvSpPr>
          <p:spPr>
            <a:xfrm>
              <a:off x="0" y="0"/>
              <a:ext cx="24402414" cy="13726668"/>
            </a:xfrm>
            <a:custGeom>
              <a:avLst/>
              <a:gdLst/>
              <a:ahLst/>
              <a:cxnLst/>
              <a:rect l="l" t="t" r="r" b="b"/>
              <a:pathLst>
                <a:path w="24402414" h="13726668">
                  <a:moveTo>
                    <a:pt x="0" y="0"/>
                  </a:moveTo>
                  <a:lnTo>
                    <a:pt x="24402414" y="0"/>
                  </a:lnTo>
                  <a:lnTo>
                    <a:pt x="24402414" y="13726668"/>
                  </a:lnTo>
                  <a:lnTo>
                    <a:pt x="0" y="13726668"/>
                  </a:lnTo>
                  <a:close/>
                </a:path>
              </a:pathLst>
            </a:custGeom>
            <a:solidFill>
              <a:srgbClr val="252833"/>
            </a:solidFill>
          </p:spPr>
        </p:sp>
      </p:grpSp>
      <p:sp>
        <p:nvSpPr>
          <p:cNvPr id="6" name="TextBox 6"/>
          <p:cNvSpPr txBox="1"/>
          <p:nvPr/>
        </p:nvSpPr>
        <p:spPr>
          <a:xfrm>
            <a:off x="1080859" y="830228"/>
            <a:ext cx="16140112" cy="473326"/>
          </a:xfrm>
          <a:prstGeom prst="rect">
            <a:avLst/>
          </a:prstGeom>
        </p:spPr>
        <p:txBody>
          <a:bodyPr lIns="0" tIns="0" rIns="0" bIns="0" rtlCol="0" anchor="t">
            <a:spAutoFit/>
          </a:bodyPr>
          <a:lstStyle/>
          <a:p>
            <a:pPr algn="l">
              <a:lnSpc>
                <a:spcPts val="3559"/>
              </a:lnSpc>
            </a:pPr>
            <a:r>
              <a:rPr lang="en-US" sz="2852">
                <a:solidFill>
                  <a:srgbClr val="F98AC7"/>
                </a:solidFill>
                <a:latin typeface="Lora"/>
                <a:ea typeface="Lora"/>
                <a:cs typeface="Lora"/>
                <a:sym typeface="Lora"/>
              </a:rPr>
              <a:t>Shri Ram Darbar Trust, Muzaffarnagar</a:t>
            </a:r>
          </a:p>
        </p:txBody>
      </p:sp>
      <p:sp>
        <p:nvSpPr>
          <p:cNvPr id="7" name="TextBox 7"/>
          <p:cNvSpPr txBox="1"/>
          <p:nvPr/>
        </p:nvSpPr>
        <p:spPr>
          <a:xfrm>
            <a:off x="1080859" y="1457868"/>
            <a:ext cx="16140112" cy="642699"/>
          </a:xfrm>
          <a:prstGeom prst="rect">
            <a:avLst/>
          </a:prstGeom>
        </p:spPr>
        <p:txBody>
          <a:bodyPr lIns="0" tIns="0" rIns="0" bIns="0" rtlCol="0" anchor="t">
            <a:spAutoFit/>
          </a:bodyPr>
          <a:lstStyle/>
          <a:p>
            <a:pPr algn="l">
              <a:lnSpc>
                <a:spcPts val="1441"/>
              </a:lnSpc>
            </a:pPr>
            <a:r>
              <a:rPr lang="en-US" sz="1200">
                <a:solidFill>
                  <a:srgbClr val="D6E5EF"/>
                </a:solidFill>
                <a:latin typeface="Source Sans 3"/>
                <a:ea typeface="Source Sans 3"/>
                <a:cs typeface="Source Sans 3"/>
                <a:sym typeface="Source Sans 3"/>
              </a:rPr>
              <a:t>June 4 - July 5, 2026</a:t>
            </a:r>
          </a:p>
          <a:p>
            <a:pPr algn="l">
              <a:lnSpc>
                <a:spcPts val="1441"/>
              </a:lnSpc>
            </a:pPr>
            <a:r>
              <a:rPr lang="en-US" sz="1200">
                <a:solidFill>
                  <a:srgbClr val="D6E5EF"/>
                </a:solidFill>
                <a:latin typeface="Source Sans 3"/>
                <a:ea typeface="Source Sans 3"/>
                <a:cs typeface="Source Sans 3"/>
                <a:sym typeface="Source Sans 3"/>
              </a:rPr>
              <a:t>Shri Ram Darbar Trust is a non-governmental organization based in Muzaffarnagar, Uttar Pradesh, dedicated to serving the underprivileged and vulnerable members of society. The Trust operates with a mission to provide essential support — including food, clothing, and blankets — to those in need, while also extending care to animals through its dedicated programs and dairy farm.</a:t>
            </a:r>
          </a:p>
        </p:txBody>
      </p:sp>
      <p:grpSp>
        <p:nvGrpSpPr>
          <p:cNvPr id="8" name="Group 8"/>
          <p:cNvGrpSpPr/>
          <p:nvPr/>
        </p:nvGrpSpPr>
        <p:grpSpPr>
          <a:xfrm>
            <a:off x="1080859" y="2187397"/>
            <a:ext cx="16140112" cy="9038549"/>
            <a:chOff x="0" y="0"/>
            <a:chExt cx="21520150" cy="12051398"/>
          </a:xfrm>
        </p:grpSpPr>
        <p:sp>
          <p:nvSpPr>
            <p:cNvPr id="9" name="Freeform 9" descr="preencoded.png"/>
            <p:cNvSpPr/>
            <p:nvPr/>
          </p:nvSpPr>
          <p:spPr>
            <a:xfrm>
              <a:off x="0" y="0"/>
              <a:ext cx="21520150" cy="12051411"/>
            </a:xfrm>
            <a:custGeom>
              <a:avLst/>
              <a:gdLst/>
              <a:ahLst/>
              <a:cxnLst/>
              <a:rect l="l" t="t" r="r" b="b"/>
              <a:pathLst>
                <a:path w="21520150" h="12051411">
                  <a:moveTo>
                    <a:pt x="0" y="0"/>
                  </a:moveTo>
                  <a:lnTo>
                    <a:pt x="21520150" y="0"/>
                  </a:lnTo>
                  <a:lnTo>
                    <a:pt x="21520150" y="12051411"/>
                  </a:lnTo>
                  <a:lnTo>
                    <a:pt x="0" y="12051411"/>
                  </a:lnTo>
                  <a:lnTo>
                    <a:pt x="0" y="0"/>
                  </a:lnTo>
                  <a:close/>
                </a:path>
              </a:pathLst>
            </a:custGeom>
            <a:blipFill>
              <a:blip r:embed="rId2"/>
              <a:stretch>
                <a:fillRect t="-18" b="-18"/>
              </a:stretch>
            </a:blipFill>
          </p:spPr>
        </p:sp>
      </p:gr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0"/>
            <a:ext cx="18301840" cy="10295039"/>
            <a:chOff x="0" y="0"/>
            <a:chExt cx="24402453" cy="13726719"/>
          </a:xfrm>
        </p:grpSpPr>
        <p:sp>
          <p:nvSpPr>
            <p:cNvPr id="3" name="Freeform 3"/>
            <p:cNvSpPr/>
            <p:nvPr/>
          </p:nvSpPr>
          <p:spPr>
            <a:xfrm>
              <a:off x="0" y="0"/>
              <a:ext cx="24402414" cy="13726668"/>
            </a:xfrm>
            <a:custGeom>
              <a:avLst/>
              <a:gdLst/>
              <a:ahLst/>
              <a:cxnLst/>
              <a:rect l="l" t="t" r="r" b="b"/>
              <a:pathLst>
                <a:path w="24402414" h="13726668">
                  <a:moveTo>
                    <a:pt x="0" y="0"/>
                  </a:moveTo>
                  <a:lnTo>
                    <a:pt x="24402414" y="0"/>
                  </a:lnTo>
                  <a:lnTo>
                    <a:pt x="24402414" y="13726668"/>
                  </a:lnTo>
                  <a:lnTo>
                    <a:pt x="0" y="13726668"/>
                  </a:lnTo>
                  <a:close/>
                </a:path>
              </a:pathLst>
            </a:custGeom>
            <a:solidFill>
              <a:srgbClr val="181A24"/>
            </a:solidFill>
          </p:spPr>
        </p:sp>
      </p:grpSp>
      <p:grpSp>
        <p:nvGrpSpPr>
          <p:cNvPr id="4" name="Group 4"/>
          <p:cNvGrpSpPr/>
          <p:nvPr/>
        </p:nvGrpSpPr>
        <p:grpSpPr>
          <a:xfrm>
            <a:off x="0" y="0"/>
            <a:ext cx="18301840" cy="10295039"/>
            <a:chOff x="0" y="0"/>
            <a:chExt cx="24402453" cy="13726719"/>
          </a:xfrm>
        </p:grpSpPr>
        <p:sp>
          <p:nvSpPr>
            <p:cNvPr id="5" name="Freeform 5"/>
            <p:cNvSpPr/>
            <p:nvPr/>
          </p:nvSpPr>
          <p:spPr>
            <a:xfrm>
              <a:off x="0" y="0"/>
              <a:ext cx="24402414" cy="13726668"/>
            </a:xfrm>
            <a:custGeom>
              <a:avLst/>
              <a:gdLst/>
              <a:ahLst/>
              <a:cxnLst/>
              <a:rect l="l" t="t" r="r" b="b"/>
              <a:pathLst>
                <a:path w="24402414" h="13726668">
                  <a:moveTo>
                    <a:pt x="0" y="0"/>
                  </a:moveTo>
                  <a:lnTo>
                    <a:pt x="24402414" y="0"/>
                  </a:lnTo>
                  <a:lnTo>
                    <a:pt x="24402414" y="13726668"/>
                  </a:lnTo>
                  <a:lnTo>
                    <a:pt x="0" y="13726668"/>
                  </a:lnTo>
                  <a:close/>
                </a:path>
              </a:pathLst>
            </a:custGeom>
            <a:solidFill>
              <a:srgbClr val="252833"/>
            </a:solidFill>
          </p:spPr>
        </p:sp>
      </p:grpSp>
      <p:sp>
        <p:nvSpPr>
          <p:cNvPr id="6" name="TextBox 6"/>
          <p:cNvSpPr txBox="1"/>
          <p:nvPr/>
        </p:nvSpPr>
        <p:spPr>
          <a:xfrm>
            <a:off x="1080859" y="3367507"/>
            <a:ext cx="16140112" cy="936841"/>
          </a:xfrm>
          <a:prstGeom prst="rect">
            <a:avLst/>
          </a:prstGeom>
        </p:spPr>
        <p:txBody>
          <a:bodyPr lIns="0" tIns="0" rIns="0" bIns="0" rtlCol="0" anchor="t">
            <a:spAutoFit/>
          </a:bodyPr>
          <a:lstStyle/>
          <a:p>
            <a:pPr algn="l">
              <a:lnSpc>
                <a:spcPts val="7119"/>
              </a:lnSpc>
            </a:pPr>
            <a:r>
              <a:rPr lang="en-US" sz="5704">
                <a:solidFill>
                  <a:srgbClr val="F98AC7"/>
                </a:solidFill>
                <a:latin typeface="Lora"/>
                <a:ea typeface="Lora"/>
                <a:cs typeface="Lora"/>
                <a:sym typeface="Lora"/>
              </a:rPr>
              <a:t>Providing Clothes &amp; Blankets</a:t>
            </a:r>
          </a:p>
        </p:txBody>
      </p:sp>
      <p:sp>
        <p:nvSpPr>
          <p:cNvPr id="7" name="TextBox 7"/>
          <p:cNvSpPr txBox="1"/>
          <p:nvPr/>
        </p:nvSpPr>
        <p:spPr>
          <a:xfrm>
            <a:off x="1080859" y="4826765"/>
            <a:ext cx="16140112" cy="2072040"/>
          </a:xfrm>
          <a:prstGeom prst="rect">
            <a:avLst/>
          </a:prstGeom>
        </p:spPr>
        <p:txBody>
          <a:bodyPr lIns="0" tIns="0" rIns="0" bIns="0" rtlCol="0" anchor="t">
            <a:spAutoFit/>
          </a:bodyPr>
          <a:lstStyle/>
          <a:p>
            <a:pPr algn="l">
              <a:lnSpc>
                <a:spcPts val="3833"/>
              </a:lnSpc>
            </a:pPr>
            <a:r>
              <a:rPr lang="en-US" sz="2401">
                <a:solidFill>
                  <a:srgbClr val="D6E5EF"/>
                </a:solidFill>
                <a:latin typeface="Source Sans 3"/>
                <a:ea typeface="Source Sans 3"/>
                <a:cs typeface="Source Sans 3"/>
                <a:sym typeface="Source Sans 3"/>
              </a:rPr>
              <a:t>One of the core initiatives of Shri Ram Darbar Trust is the distribution of clothes and blankets to people in need. The Trust collects and distributes warm clothing and blankets, especially during the winter months, to ensure that no one in the community is left without protection from the cold. This program reaches out to the most vulnerable — including the elderly, children, and families living in poverty — providing them with dignity and comfort through essential clothing support.</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0"/>
            <a:ext cx="18301840" cy="10295039"/>
            <a:chOff x="0" y="0"/>
            <a:chExt cx="24402453" cy="13726719"/>
          </a:xfrm>
        </p:grpSpPr>
        <p:sp>
          <p:nvSpPr>
            <p:cNvPr id="3" name="Freeform 3"/>
            <p:cNvSpPr/>
            <p:nvPr/>
          </p:nvSpPr>
          <p:spPr>
            <a:xfrm>
              <a:off x="0" y="0"/>
              <a:ext cx="24402414" cy="13726668"/>
            </a:xfrm>
            <a:custGeom>
              <a:avLst/>
              <a:gdLst/>
              <a:ahLst/>
              <a:cxnLst/>
              <a:rect l="l" t="t" r="r" b="b"/>
              <a:pathLst>
                <a:path w="24402414" h="13726668">
                  <a:moveTo>
                    <a:pt x="0" y="0"/>
                  </a:moveTo>
                  <a:lnTo>
                    <a:pt x="24402414" y="0"/>
                  </a:lnTo>
                  <a:lnTo>
                    <a:pt x="24402414" y="13726668"/>
                  </a:lnTo>
                  <a:lnTo>
                    <a:pt x="0" y="13726668"/>
                  </a:lnTo>
                  <a:close/>
                </a:path>
              </a:pathLst>
            </a:custGeom>
            <a:solidFill>
              <a:srgbClr val="181A24"/>
            </a:solidFill>
          </p:spPr>
        </p:sp>
      </p:grpSp>
      <p:grpSp>
        <p:nvGrpSpPr>
          <p:cNvPr id="4" name="Group 4"/>
          <p:cNvGrpSpPr/>
          <p:nvPr/>
        </p:nvGrpSpPr>
        <p:grpSpPr>
          <a:xfrm>
            <a:off x="0" y="0"/>
            <a:ext cx="18301840" cy="10295039"/>
            <a:chOff x="0" y="0"/>
            <a:chExt cx="24402453" cy="13726719"/>
          </a:xfrm>
        </p:grpSpPr>
        <p:sp>
          <p:nvSpPr>
            <p:cNvPr id="5" name="Freeform 5"/>
            <p:cNvSpPr/>
            <p:nvPr/>
          </p:nvSpPr>
          <p:spPr>
            <a:xfrm>
              <a:off x="0" y="0"/>
              <a:ext cx="24402414" cy="13726668"/>
            </a:xfrm>
            <a:custGeom>
              <a:avLst/>
              <a:gdLst/>
              <a:ahLst/>
              <a:cxnLst/>
              <a:rect l="l" t="t" r="r" b="b"/>
              <a:pathLst>
                <a:path w="24402414" h="13726668">
                  <a:moveTo>
                    <a:pt x="0" y="0"/>
                  </a:moveTo>
                  <a:lnTo>
                    <a:pt x="24402414" y="0"/>
                  </a:lnTo>
                  <a:lnTo>
                    <a:pt x="24402414" y="13726668"/>
                  </a:lnTo>
                  <a:lnTo>
                    <a:pt x="0" y="13726668"/>
                  </a:lnTo>
                  <a:close/>
                </a:path>
              </a:pathLst>
            </a:custGeom>
            <a:solidFill>
              <a:srgbClr val="252833"/>
            </a:solidFill>
          </p:spPr>
        </p:sp>
      </p:grpSp>
      <p:sp>
        <p:nvSpPr>
          <p:cNvPr id="6" name="TextBox 6"/>
          <p:cNvSpPr txBox="1"/>
          <p:nvPr/>
        </p:nvSpPr>
        <p:spPr>
          <a:xfrm>
            <a:off x="1080859" y="2025072"/>
            <a:ext cx="16140112" cy="936841"/>
          </a:xfrm>
          <a:prstGeom prst="rect">
            <a:avLst/>
          </a:prstGeom>
        </p:spPr>
        <p:txBody>
          <a:bodyPr lIns="0" tIns="0" rIns="0" bIns="0" rtlCol="0" anchor="t">
            <a:spAutoFit/>
          </a:bodyPr>
          <a:lstStyle/>
          <a:p>
            <a:pPr algn="l">
              <a:lnSpc>
                <a:spcPts val="7119"/>
              </a:lnSpc>
            </a:pPr>
            <a:r>
              <a:rPr lang="en-US" sz="5704">
                <a:solidFill>
                  <a:srgbClr val="F98AC7"/>
                </a:solidFill>
                <a:latin typeface="Lora"/>
                <a:ea typeface="Lora"/>
                <a:cs typeface="Lora"/>
                <a:sym typeface="Lora"/>
              </a:rPr>
              <a:t>Food Distribution Program</a:t>
            </a:r>
          </a:p>
        </p:txBody>
      </p:sp>
      <p:grpSp>
        <p:nvGrpSpPr>
          <p:cNvPr id="7" name="Group 7"/>
          <p:cNvGrpSpPr/>
          <p:nvPr/>
        </p:nvGrpSpPr>
        <p:grpSpPr>
          <a:xfrm>
            <a:off x="858498" y="3425123"/>
            <a:ext cx="8138122" cy="3480540"/>
            <a:chOff x="0" y="0"/>
            <a:chExt cx="10850829" cy="4640720"/>
          </a:xfrm>
        </p:grpSpPr>
        <p:sp>
          <p:nvSpPr>
            <p:cNvPr id="8" name="Freeform 8"/>
            <p:cNvSpPr/>
            <p:nvPr/>
          </p:nvSpPr>
          <p:spPr>
            <a:xfrm>
              <a:off x="0" y="0"/>
              <a:ext cx="10850753" cy="4640707"/>
            </a:xfrm>
            <a:custGeom>
              <a:avLst/>
              <a:gdLst/>
              <a:ahLst/>
              <a:cxnLst/>
              <a:rect l="l" t="t" r="r" b="b"/>
              <a:pathLst>
                <a:path w="10850753" h="4640707">
                  <a:moveTo>
                    <a:pt x="0" y="61722"/>
                  </a:moveTo>
                  <a:cubicBezTo>
                    <a:pt x="0" y="27686"/>
                    <a:pt x="27686" y="0"/>
                    <a:pt x="61722" y="0"/>
                  </a:cubicBezTo>
                  <a:lnTo>
                    <a:pt x="10789031" y="0"/>
                  </a:lnTo>
                  <a:cubicBezTo>
                    <a:pt x="10823194" y="0"/>
                    <a:pt x="10850753" y="27686"/>
                    <a:pt x="10850753" y="61722"/>
                  </a:cubicBezTo>
                  <a:lnTo>
                    <a:pt x="10850753" y="4578985"/>
                  </a:lnTo>
                  <a:cubicBezTo>
                    <a:pt x="10850753" y="4613148"/>
                    <a:pt x="10823067" y="4640707"/>
                    <a:pt x="10789031" y="4640707"/>
                  </a:cubicBezTo>
                  <a:lnTo>
                    <a:pt x="61722" y="4640707"/>
                  </a:lnTo>
                  <a:cubicBezTo>
                    <a:pt x="27559" y="4640707"/>
                    <a:pt x="0" y="4613021"/>
                    <a:pt x="0" y="4578985"/>
                  </a:cubicBezTo>
                  <a:close/>
                </a:path>
              </a:pathLst>
            </a:custGeom>
            <a:solidFill>
              <a:srgbClr val="F98AC7"/>
            </a:solidFill>
          </p:spPr>
        </p:sp>
      </p:grpSp>
      <p:sp>
        <p:nvSpPr>
          <p:cNvPr id="9" name="TextBox 9"/>
          <p:cNvSpPr txBox="1"/>
          <p:nvPr/>
        </p:nvSpPr>
        <p:spPr>
          <a:xfrm>
            <a:off x="1167251" y="3714836"/>
            <a:ext cx="7520616" cy="473326"/>
          </a:xfrm>
          <a:prstGeom prst="rect">
            <a:avLst/>
          </a:prstGeom>
        </p:spPr>
        <p:txBody>
          <a:bodyPr lIns="0" tIns="0" rIns="0" bIns="0" rtlCol="0" anchor="t">
            <a:spAutoFit/>
          </a:bodyPr>
          <a:lstStyle/>
          <a:p>
            <a:pPr algn="l">
              <a:lnSpc>
                <a:spcPts val="3559"/>
              </a:lnSpc>
            </a:pPr>
            <a:r>
              <a:rPr lang="en-US" sz="2852">
                <a:solidFill>
                  <a:srgbClr val="000000"/>
                </a:solidFill>
                <a:latin typeface="Lora"/>
                <a:ea typeface="Lora"/>
                <a:cs typeface="Lora"/>
                <a:sym typeface="Lora"/>
              </a:rPr>
              <a:t>Our Mission</a:t>
            </a:r>
          </a:p>
        </p:txBody>
      </p:sp>
      <p:sp>
        <p:nvSpPr>
          <p:cNvPr id="10" name="TextBox 10"/>
          <p:cNvSpPr txBox="1"/>
          <p:nvPr/>
        </p:nvSpPr>
        <p:spPr>
          <a:xfrm>
            <a:off x="1167251" y="4401683"/>
            <a:ext cx="7520616" cy="2072040"/>
          </a:xfrm>
          <a:prstGeom prst="rect">
            <a:avLst/>
          </a:prstGeom>
        </p:spPr>
        <p:txBody>
          <a:bodyPr lIns="0" tIns="0" rIns="0" bIns="0" rtlCol="0" anchor="t">
            <a:spAutoFit/>
          </a:bodyPr>
          <a:lstStyle/>
          <a:p>
            <a:pPr algn="l">
              <a:lnSpc>
                <a:spcPts val="3833"/>
              </a:lnSpc>
            </a:pPr>
            <a:r>
              <a:rPr lang="en-US" sz="2401">
                <a:solidFill>
                  <a:srgbClr val="000000"/>
                </a:solidFill>
                <a:latin typeface="Source Sans 3"/>
                <a:ea typeface="Source Sans 3"/>
                <a:cs typeface="Source Sans 3"/>
                <a:sym typeface="Source Sans 3"/>
              </a:rPr>
              <a:t>Ensuring that no one in our community goes to bed hungry. The Trust regularly organizes food distribution drives to provide nutritious meals to those who need them most.</a:t>
            </a:r>
          </a:p>
        </p:txBody>
      </p:sp>
      <p:sp>
        <p:nvSpPr>
          <p:cNvPr id="11" name="TextBox 11"/>
          <p:cNvSpPr txBox="1"/>
          <p:nvPr/>
        </p:nvSpPr>
        <p:spPr>
          <a:xfrm>
            <a:off x="9537125" y="3714836"/>
            <a:ext cx="7693390" cy="473326"/>
          </a:xfrm>
          <a:prstGeom prst="rect">
            <a:avLst/>
          </a:prstGeom>
        </p:spPr>
        <p:txBody>
          <a:bodyPr lIns="0" tIns="0" rIns="0" bIns="0" rtlCol="0" anchor="t">
            <a:spAutoFit/>
          </a:bodyPr>
          <a:lstStyle/>
          <a:p>
            <a:pPr algn="l">
              <a:lnSpc>
                <a:spcPts val="3559"/>
              </a:lnSpc>
            </a:pPr>
            <a:r>
              <a:rPr lang="en-US" sz="2852">
                <a:solidFill>
                  <a:srgbClr val="F98AC7"/>
                </a:solidFill>
                <a:latin typeface="Lora"/>
                <a:ea typeface="Lora"/>
                <a:cs typeface="Lora"/>
                <a:sym typeface="Lora"/>
              </a:rPr>
              <a:t>Who We Serve</a:t>
            </a:r>
          </a:p>
        </p:txBody>
      </p:sp>
      <p:sp>
        <p:nvSpPr>
          <p:cNvPr id="12" name="TextBox 12"/>
          <p:cNvSpPr txBox="1"/>
          <p:nvPr/>
        </p:nvSpPr>
        <p:spPr>
          <a:xfrm>
            <a:off x="9537125" y="4483979"/>
            <a:ext cx="7693390" cy="2313699"/>
          </a:xfrm>
          <a:prstGeom prst="rect">
            <a:avLst/>
          </a:prstGeom>
        </p:spPr>
        <p:txBody>
          <a:bodyPr lIns="0" tIns="0" rIns="0" bIns="0" rtlCol="0" anchor="t">
            <a:spAutoFit/>
          </a:bodyPr>
          <a:lstStyle/>
          <a:p>
            <a:pPr marL="435018" lvl="1" indent="-217509" algn="l">
              <a:lnSpc>
                <a:spcPts val="3833"/>
              </a:lnSpc>
              <a:buFont typeface="Arial"/>
              <a:buChar char="•"/>
            </a:pPr>
            <a:r>
              <a:rPr lang="en-US" sz="2401">
                <a:solidFill>
                  <a:srgbClr val="D6E5EF"/>
                </a:solidFill>
                <a:latin typeface="Source Sans 3"/>
                <a:ea typeface="Source Sans 3"/>
                <a:cs typeface="Source Sans 3"/>
                <a:sym typeface="Source Sans 3"/>
              </a:rPr>
              <a:t>Low-income families</a:t>
            </a:r>
          </a:p>
          <a:p>
            <a:pPr marL="435018" lvl="1" indent="-217509" algn="l">
              <a:lnSpc>
                <a:spcPts val="3833"/>
              </a:lnSpc>
              <a:buFont typeface="Arial"/>
              <a:buChar char="•"/>
            </a:pPr>
            <a:r>
              <a:rPr lang="en-US" sz="2401">
                <a:solidFill>
                  <a:srgbClr val="D6E5EF"/>
                </a:solidFill>
                <a:latin typeface="Source Sans 3"/>
                <a:ea typeface="Source Sans 3"/>
                <a:cs typeface="Source Sans 3"/>
                <a:sym typeface="Source Sans 3"/>
              </a:rPr>
              <a:t>Elderly individuals without support</a:t>
            </a:r>
          </a:p>
          <a:p>
            <a:pPr marL="435018" lvl="1" indent="-217509" algn="l">
              <a:lnSpc>
                <a:spcPts val="3833"/>
              </a:lnSpc>
              <a:buFont typeface="Arial"/>
              <a:buChar char="•"/>
            </a:pPr>
            <a:r>
              <a:rPr lang="en-US" sz="2401">
                <a:solidFill>
                  <a:srgbClr val="D6E5EF"/>
                </a:solidFill>
                <a:latin typeface="Source Sans 3"/>
                <a:ea typeface="Source Sans 3"/>
                <a:cs typeface="Source Sans 3"/>
                <a:sym typeface="Source Sans 3"/>
              </a:rPr>
              <a:t>Children from underprivileged backgrounds</a:t>
            </a:r>
          </a:p>
          <a:p>
            <a:pPr marL="435018" lvl="1" indent="-217509" algn="l">
              <a:lnSpc>
                <a:spcPts val="3833"/>
              </a:lnSpc>
              <a:buFont typeface="Arial"/>
              <a:buChar char="•"/>
            </a:pPr>
            <a:r>
              <a:rPr lang="en-US" sz="2401">
                <a:solidFill>
                  <a:srgbClr val="D6E5EF"/>
                </a:solidFill>
                <a:latin typeface="Source Sans 3"/>
                <a:ea typeface="Source Sans 3"/>
                <a:cs typeface="Source Sans 3"/>
                <a:sym typeface="Source Sans 3"/>
              </a:rPr>
              <a:t>Homeless and displaced persons</a:t>
            </a:r>
          </a:p>
        </p:txBody>
      </p:sp>
      <p:sp>
        <p:nvSpPr>
          <p:cNvPr id="13" name="TextBox 13"/>
          <p:cNvSpPr txBox="1"/>
          <p:nvPr/>
        </p:nvSpPr>
        <p:spPr>
          <a:xfrm>
            <a:off x="1080859" y="7157752"/>
            <a:ext cx="16140112" cy="1083650"/>
          </a:xfrm>
          <a:prstGeom prst="rect">
            <a:avLst/>
          </a:prstGeom>
        </p:spPr>
        <p:txBody>
          <a:bodyPr lIns="0" tIns="0" rIns="0" bIns="0" rtlCol="0" anchor="t">
            <a:spAutoFit/>
          </a:bodyPr>
          <a:lstStyle/>
          <a:p>
            <a:pPr algn="l">
              <a:lnSpc>
                <a:spcPts val="3833"/>
              </a:lnSpc>
            </a:pPr>
            <a:r>
              <a:rPr lang="en-US" sz="2401">
                <a:solidFill>
                  <a:srgbClr val="D6E5EF"/>
                </a:solidFill>
                <a:latin typeface="Source Sans 3"/>
                <a:ea typeface="Source Sans 3"/>
                <a:cs typeface="Source Sans 3"/>
                <a:sym typeface="Source Sans 3"/>
              </a:rPr>
              <a:t>Through its food distribution program, Shri Ram Darbar Trust works to address hunger and malnutrition in the Muzaffarnagar region, providing regular meals and food supplies to those who struggle to meet their daily nutritional needs.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0"/>
            <a:ext cx="18301840" cy="10295039"/>
            <a:chOff x="0" y="0"/>
            <a:chExt cx="24402453" cy="13726719"/>
          </a:xfrm>
        </p:grpSpPr>
        <p:sp>
          <p:nvSpPr>
            <p:cNvPr id="3" name="Freeform 3"/>
            <p:cNvSpPr/>
            <p:nvPr/>
          </p:nvSpPr>
          <p:spPr>
            <a:xfrm>
              <a:off x="0" y="0"/>
              <a:ext cx="24402414" cy="13726668"/>
            </a:xfrm>
            <a:custGeom>
              <a:avLst/>
              <a:gdLst/>
              <a:ahLst/>
              <a:cxnLst/>
              <a:rect l="l" t="t" r="r" b="b"/>
              <a:pathLst>
                <a:path w="24402414" h="13726668">
                  <a:moveTo>
                    <a:pt x="0" y="0"/>
                  </a:moveTo>
                  <a:lnTo>
                    <a:pt x="24402414" y="0"/>
                  </a:lnTo>
                  <a:lnTo>
                    <a:pt x="24402414" y="13726668"/>
                  </a:lnTo>
                  <a:lnTo>
                    <a:pt x="0" y="13726668"/>
                  </a:lnTo>
                  <a:close/>
                </a:path>
              </a:pathLst>
            </a:custGeom>
            <a:solidFill>
              <a:srgbClr val="181A24"/>
            </a:solidFill>
          </p:spPr>
        </p:sp>
      </p:grpSp>
      <p:grpSp>
        <p:nvGrpSpPr>
          <p:cNvPr id="4" name="Group 4"/>
          <p:cNvGrpSpPr/>
          <p:nvPr/>
        </p:nvGrpSpPr>
        <p:grpSpPr>
          <a:xfrm>
            <a:off x="0" y="0"/>
            <a:ext cx="18301840" cy="10295039"/>
            <a:chOff x="0" y="0"/>
            <a:chExt cx="24402453" cy="13726719"/>
          </a:xfrm>
        </p:grpSpPr>
        <p:sp>
          <p:nvSpPr>
            <p:cNvPr id="5" name="Freeform 5"/>
            <p:cNvSpPr/>
            <p:nvPr/>
          </p:nvSpPr>
          <p:spPr>
            <a:xfrm>
              <a:off x="0" y="0"/>
              <a:ext cx="24402414" cy="13726668"/>
            </a:xfrm>
            <a:custGeom>
              <a:avLst/>
              <a:gdLst/>
              <a:ahLst/>
              <a:cxnLst/>
              <a:rect l="l" t="t" r="r" b="b"/>
              <a:pathLst>
                <a:path w="24402414" h="13726668">
                  <a:moveTo>
                    <a:pt x="0" y="0"/>
                  </a:moveTo>
                  <a:lnTo>
                    <a:pt x="24402414" y="0"/>
                  </a:lnTo>
                  <a:lnTo>
                    <a:pt x="24402414" y="13726668"/>
                  </a:lnTo>
                  <a:lnTo>
                    <a:pt x="0" y="13726668"/>
                  </a:lnTo>
                  <a:close/>
                </a:path>
              </a:pathLst>
            </a:custGeom>
            <a:solidFill>
              <a:srgbClr val="252833"/>
            </a:solidFill>
          </p:spPr>
        </p:sp>
      </p:grpSp>
      <p:sp>
        <p:nvSpPr>
          <p:cNvPr id="6" name="TextBox 6"/>
          <p:cNvSpPr txBox="1"/>
          <p:nvPr/>
        </p:nvSpPr>
        <p:spPr>
          <a:xfrm>
            <a:off x="1080859" y="2699642"/>
            <a:ext cx="16140112" cy="936841"/>
          </a:xfrm>
          <a:prstGeom prst="rect">
            <a:avLst/>
          </a:prstGeom>
        </p:spPr>
        <p:txBody>
          <a:bodyPr lIns="0" tIns="0" rIns="0" bIns="0" rtlCol="0" anchor="t">
            <a:spAutoFit/>
          </a:bodyPr>
          <a:lstStyle/>
          <a:p>
            <a:pPr algn="l">
              <a:lnSpc>
                <a:spcPts val="7119"/>
              </a:lnSpc>
            </a:pPr>
            <a:r>
              <a:rPr lang="en-US" sz="5704">
                <a:solidFill>
                  <a:srgbClr val="F98AC7"/>
                </a:solidFill>
                <a:latin typeface="Lora"/>
                <a:ea typeface="Lora"/>
                <a:cs typeface="Lora"/>
                <a:sym typeface="Lora"/>
              </a:rPr>
              <a:t>Animal Care &amp; Dairy Farm</a:t>
            </a:r>
          </a:p>
        </p:txBody>
      </p:sp>
      <p:sp>
        <p:nvSpPr>
          <p:cNvPr id="7" name="TextBox 7"/>
          <p:cNvSpPr txBox="1"/>
          <p:nvPr/>
        </p:nvSpPr>
        <p:spPr>
          <a:xfrm>
            <a:off x="1080859" y="4158901"/>
            <a:ext cx="16140112" cy="3407778"/>
          </a:xfrm>
          <a:prstGeom prst="rect">
            <a:avLst/>
          </a:prstGeom>
        </p:spPr>
        <p:txBody>
          <a:bodyPr lIns="0" tIns="0" rIns="0" bIns="0" rtlCol="0" anchor="t">
            <a:spAutoFit/>
          </a:bodyPr>
          <a:lstStyle/>
          <a:p>
            <a:pPr algn="l">
              <a:lnSpc>
                <a:spcPts val="3833"/>
              </a:lnSpc>
            </a:pPr>
            <a:r>
              <a:rPr lang="en-US" sz="2401">
                <a:solidFill>
                  <a:srgbClr val="D6E5EF"/>
                </a:solidFill>
                <a:latin typeface="Source Sans 3"/>
                <a:ea typeface="Source Sans 3"/>
                <a:cs typeface="Source Sans 3"/>
                <a:sym typeface="Source Sans 3"/>
              </a:rPr>
              <a:t>Shri Ram Darbar Trust also extends its compassion beyond human welfare to include the care of animals. The Trust operates a dairy farm that serves a dual purpose — it supports the Trust's food distribution efforts by providing fresh milk and dairy products, and it offers a safe, nurturing environment for the animals in its care.</a:t>
            </a:r>
          </a:p>
          <a:p>
            <a:pPr algn="l">
              <a:lnSpc>
                <a:spcPts val="3833"/>
              </a:lnSpc>
            </a:pPr>
            <a:r>
              <a:rPr lang="en-US" sz="2401">
                <a:solidFill>
                  <a:srgbClr val="D6E5EF"/>
                </a:solidFill>
                <a:latin typeface="Source Sans 3"/>
                <a:ea typeface="Source Sans 3"/>
                <a:cs typeface="Source Sans 3"/>
                <a:sym typeface="Source Sans 3"/>
              </a:rPr>
              <a:t>The dairy farm is managed with care and attention, ensuring that the animals are healthy, well-fed, and treated with kindness. This initiative reflects the Trust's holistic approach to community welfare, recognizing that the well-being of animals is closely tied to the well-being of the people who depend on them.</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0"/>
            <a:ext cx="18301840" cy="10295039"/>
            <a:chOff x="0" y="0"/>
            <a:chExt cx="24402453" cy="13726719"/>
          </a:xfrm>
        </p:grpSpPr>
        <p:sp>
          <p:nvSpPr>
            <p:cNvPr id="3" name="Freeform 3"/>
            <p:cNvSpPr/>
            <p:nvPr/>
          </p:nvSpPr>
          <p:spPr>
            <a:xfrm>
              <a:off x="0" y="0"/>
              <a:ext cx="24402414" cy="13726668"/>
            </a:xfrm>
            <a:custGeom>
              <a:avLst/>
              <a:gdLst/>
              <a:ahLst/>
              <a:cxnLst/>
              <a:rect l="l" t="t" r="r" b="b"/>
              <a:pathLst>
                <a:path w="24402414" h="13726668">
                  <a:moveTo>
                    <a:pt x="0" y="0"/>
                  </a:moveTo>
                  <a:lnTo>
                    <a:pt x="24402414" y="0"/>
                  </a:lnTo>
                  <a:lnTo>
                    <a:pt x="24402414" y="13726668"/>
                  </a:lnTo>
                  <a:lnTo>
                    <a:pt x="0" y="13726668"/>
                  </a:lnTo>
                  <a:close/>
                </a:path>
              </a:pathLst>
            </a:custGeom>
            <a:solidFill>
              <a:srgbClr val="181A24"/>
            </a:solidFill>
          </p:spPr>
        </p:sp>
      </p:grpSp>
      <p:grpSp>
        <p:nvGrpSpPr>
          <p:cNvPr id="4" name="Group 4"/>
          <p:cNvGrpSpPr/>
          <p:nvPr/>
        </p:nvGrpSpPr>
        <p:grpSpPr>
          <a:xfrm>
            <a:off x="0" y="0"/>
            <a:ext cx="18301840" cy="10295039"/>
            <a:chOff x="0" y="0"/>
            <a:chExt cx="24402453" cy="13726719"/>
          </a:xfrm>
        </p:grpSpPr>
        <p:sp>
          <p:nvSpPr>
            <p:cNvPr id="5" name="Freeform 5"/>
            <p:cNvSpPr/>
            <p:nvPr/>
          </p:nvSpPr>
          <p:spPr>
            <a:xfrm>
              <a:off x="0" y="0"/>
              <a:ext cx="24402414" cy="13726668"/>
            </a:xfrm>
            <a:custGeom>
              <a:avLst/>
              <a:gdLst/>
              <a:ahLst/>
              <a:cxnLst/>
              <a:rect l="l" t="t" r="r" b="b"/>
              <a:pathLst>
                <a:path w="24402414" h="13726668">
                  <a:moveTo>
                    <a:pt x="0" y="0"/>
                  </a:moveTo>
                  <a:lnTo>
                    <a:pt x="24402414" y="0"/>
                  </a:lnTo>
                  <a:lnTo>
                    <a:pt x="24402414" y="13726668"/>
                  </a:lnTo>
                  <a:lnTo>
                    <a:pt x="0" y="13726668"/>
                  </a:lnTo>
                  <a:close/>
                </a:path>
              </a:pathLst>
            </a:custGeom>
            <a:solidFill>
              <a:srgbClr val="252833"/>
            </a:solidFill>
          </p:spPr>
        </p:sp>
      </p:grpSp>
      <p:sp>
        <p:nvSpPr>
          <p:cNvPr id="6" name="TextBox 6"/>
          <p:cNvSpPr txBox="1"/>
          <p:nvPr/>
        </p:nvSpPr>
        <p:spPr>
          <a:xfrm>
            <a:off x="1080859" y="2032968"/>
            <a:ext cx="16140112" cy="936841"/>
          </a:xfrm>
          <a:prstGeom prst="rect">
            <a:avLst/>
          </a:prstGeom>
        </p:spPr>
        <p:txBody>
          <a:bodyPr lIns="0" tIns="0" rIns="0" bIns="0" rtlCol="0" anchor="t">
            <a:spAutoFit/>
          </a:bodyPr>
          <a:lstStyle/>
          <a:p>
            <a:pPr algn="l">
              <a:lnSpc>
                <a:spcPts val="7119"/>
              </a:lnSpc>
            </a:pPr>
            <a:r>
              <a:rPr lang="en-US" sz="5704">
                <a:solidFill>
                  <a:srgbClr val="F98AC7"/>
                </a:solidFill>
                <a:latin typeface="Lora"/>
                <a:ea typeface="Lora"/>
                <a:cs typeface="Lora"/>
                <a:sym typeface="Lora"/>
              </a:rPr>
              <a:t>Research Internship Overview</a:t>
            </a:r>
          </a:p>
        </p:txBody>
      </p:sp>
      <p:sp>
        <p:nvSpPr>
          <p:cNvPr id="7" name="TextBox 7"/>
          <p:cNvSpPr txBox="1"/>
          <p:nvPr/>
        </p:nvSpPr>
        <p:spPr>
          <a:xfrm>
            <a:off x="1080859" y="3492227"/>
            <a:ext cx="16140112" cy="2072040"/>
          </a:xfrm>
          <a:prstGeom prst="rect">
            <a:avLst/>
          </a:prstGeom>
        </p:spPr>
        <p:txBody>
          <a:bodyPr lIns="0" tIns="0" rIns="0" bIns="0" rtlCol="0" anchor="t">
            <a:spAutoFit/>
          </a:bodyPr>
          <a:lstStyle/>
          <a:p>
            <a:pPr algn="l">
              <a:lnSpc>
                <a:spcPts val="3833"/>
              </a:lnSpc>
            </a:pPr>
            <a:r>
              <a:rPr lang="en-US" sz="2401">
                <a:solidFill>
                  <a:srgbClr val="D6E5EF"/>
                </a:solidFill>
                <a:latin typeface="Source Sans 3"/>
                <a:ea typeface="Source Sans 3"/>
                <a:cs typeface="Source Sans 3"/>
                <a:sym typeface="Source Sans 3"/>
              </a:rPr>
              <a:t>During the internship period from </a:t>
            </a:r>
            <a:r>
              <a:rPr lang="en-US" sz="2401" b="1">
                <a:solidFill>
                  <a:srgbClr val="D6E5EF"/>
                </a:solidFill>
                <a:latin typeface="Source Sans 3 Bold"/>
                <a:ea typeface="Source Sans 3 Bold"/>
                <a:cs typeface="Source Sans 3 Bold"/>
                <a:sym typeface="Source Sans 3 Bold"/>
              </a:rPr>
              <a:t>June 4, 2026 to July 5, 2026</a:t>
            </a:r>
            <a:r>
              <a:rPr lang="en-US" sz="2401">
                <a:solidFill>
                  <a:srgbClr val="D6E5EF"/>
                </a:solidFill>
                <a:latin typeface="Source Sans 3"/>
                <a:ea typeface="Source Sans 3"/>
                <a:cs typeface="Source Sans 3"/>
                <a:sym typeface="Source Sans 3"/>
              </a:rPr>
              <a:t>, the role of Research Intern at Shri Ram Darbar Trust involved observing, documenting, and understanding the various programs and operations of the Trust. As a researcher, the intern engaged with the Trust's activities by telling them and seeing all the stuff — gaining firsthand experience of how a grassroots NGO functions on a day-to-day basis.</a:t>
            </a:r>
          </a:p>
        </p:txBody>
      </p:sp>
      <p:grpSp>
        <p:nvGrpSpPr>
          <p:cNvPr id="8" name="Group 8"/>
          <p:cNvGrpSpPr/>
          <p:nvPr/>
        </p:nvGrpSpPr>
        <p:grpSpPr>
          <a:xfrm>
            <a:off x="1061799" y="5892546"/>
            <a:ext cx="5212328" cy="2359876"/>
            <a:chOff x="0" y="0"/>
            <a:chExt cx="6949770" cy="3146501"/>
          </a:xfrm>
        </p:grpSpPr>
        <p:sp>
          <p:nvSpPr>
            <p:cNvPr id="9" name="Freeform 9"/>
            <p:cNvSpPr/>
            <p:nvPr/>
          </p:nvSpPr>
          <p:spPr>
            <a:xfrm>
              <a:off x="0" y="0"/>
              <a:ext cx="6949694" cy="3146425"/>
            </a:xfrm>
            <a:custGeom>
              <a:avLst/>
              <a:gdLst/>
              <a:ahLst/>
              <a:cxnLst/>
              <a:rect l="l" t="t" r="r" b="b"/>
              <a:pathLst>
                <a:path w="6949694" h="3146425">
                  <a:moveTo>
                    <a:pt x="0" y="62738"/>
                  </a:moveTo>
                  <a:cubicBezTo>
                    <a:pt x="0" y="28067"/>
                    <a:pt x="28067" y="0"/>
                    <a:pt x="62738" y="0"/>
                  </a:cubicBezTo>
                  <a:lnTo>
                    <a:pt x="6886956" y="0"/>
                  </a:lnTo>
                  <a:cubicBezTo>
                    <a:pt x="6921627" y="0"/>
                    <a:pt x="6949694" y="28067"/>
                    <a:pt x="6949694" y="62738"/>
                  </a:cubicBezTo>
                  <a:lnTo>
                    <a:pt x="6949694" y="3083687"/>
                  </a:lnTo>
                  <a:cubicBezTo>
                    <a:pt x="6949694" y="3118358"/>
                    <a:pt x="6921627" y="3146425"/>
                    <a:pt x="6886956" y="3146425"/>
                  </a:cubicBezTo>
                  <a:lnTo>
                    <a:pt x="62738" y="3146425"/>
                  </a:lnTo>
                  <a:cubicBezTo>
                    <a:pt x="28067" y="3146425"/>
                    <a:pt x="0" y="3118358"/>
                    <a:pt x="0" y="3083687"/>
                  </a:cubicBezTo>
                  <a:close/>
                </a:path>
              </a:pathLst>
            </a:custGeom>
            <a:solidFill>
              <a:srgbClr val="252833"/>
            </a:solidFill>
            <a:ln w="38128" cap="sq">
              <a:solidFill>
                <a:srgbClr val="5D606B"/>
              </a:solidFill>
              <a:prstDash val="solid"/>
              <a:miter/>
            </a:ln>
          </p:spPr>
        </p:sp>
      </p:grpSp>
      <p:sp>
        <p:nvSpPr>
          <p:cNvPr id="10" name="TextBox 10"/>
          <p:cNvSpPr txBox="1"/>
          <p:nvPr/>
        </p:nvSpPr>
        <p:spPr>
          <a:xfrm>
            <a:off x="1427750" y="6239446"/>
            <a:ext cx="4480436" cy="473326"/>
          </a:xfrm>
          <a:prstGeom prst="rect">
            <a:avLst/>
          </a:prstGeom>
        </p:spPr>
        <p:txBody>
          <a:bodyPr lIns="0" tIns="0" rIns="0" bIns="0" rtlCol="0" anchor="t">
            <a:spAutoFit/>
          </a:bodyPr>
          <a:lstStyle/>
          <a:p>
            <a:pPr algn="l">
              <a:lnSpc>
                <a:spcPts val="3559"/>
              </a:lnSpc>
            </a:pPr>
            <a:r>
              <a:rPr lang="en-US" sz="2852">
                <a:solidFill>
                  <a:srgbClr val="D6E5EF"/>
                </a:solidFill>
                <a:latin typeface="Lora"/>
                <a:ea typeface="Lora"/>
                <a:cs typeface="Lora"/>
                <a:sym typeface="Lora"/>
              </a:rPr>
              <a:t>Duration</a:t>
            </a:r>
          </a:p>
        </p:txBody>
      </p:sp>
      <p:sp>
        <p:nvSpPr>
          <p:cNvPr id="11" name="TextBox 11"/>
          <p:cNvSpPr txBox="1"/>
          <p:nvPr/>
        </p:nvSpPr>
        <p:spPr>
          <a:xfrm>
            <a:off x="1427750" y="6802812"/>
            <a:ext cx="4480436" cy="589445"/>
          </a:xfrm>
          <a:prstGeom prst="rect">
            <a:avLst/>
          </a:prstGeom>
        </p:spPr>
        <p:txBody>
          <a:bodyPr lIns="0" tIns="0" rIns="0" bIns="0" rtlCol="0" anchor="t">
            <a:spAutoFit/>
          </a:bodyPr>
          <a:lstStyle/>
          <a:p>
            <a:pPr algn="l">
              <a:lnSpc>
                <a:spcPts val="3833"/>
              </a:lnSpc>
            </a:pPr>
            <a:r>
              <a:rPr lang="en-US" sz="2401">
                <a:solidFill>
                  <a:srgbClr val="D6E5EF"/>
                </a:solidFill>
                <a:latin typeface="Source Sans 3"/>
                <a:ea typeface="Source Sans 3"/>
                <a:cs typeface="Source Sans 3"/>
                <a:sym typeface="Source Sans 3"/>
              </a:rPr>
              <a:t>June 4, 2026 – July 5, 2026</a:t>
            </a:r>
          </a:p>
        </p:txBody>
      </p:sp>
      <p:grpSp>
        <p:nvGrpSpPr>
          <p:cNvPr id="12" name="Group 12"/>
          <p:cNvGrpSpPr/>
          <p:nvPr/>
        </p:nvGrpSpPr>
        <p:grpSpPr>
          <a:xfrm>
            <a:off x="6544751" y="5892546"/>
            <a:ext cx="5212328" cy="2359876"/>
            <a:chOff x="0" y="0"/>
            <a:chExt cx="6949770" cy="3146501"/>
          </a:xfrm>
        </p:grpSpPr>
        <p:sp>
          <p:nvSpPr>
            <p:cNvPr id="13" name="Freeform 13"/>
            <p:cNvSpPr/>
            <p:nvPr/>
          </p:nvSpPr>
          <p:spPr>
            <a:xfrm>
              <a:off x="0" y="0"/>
              <a:ext cx="6949694" cy="3146425"/>
            </a:xfrm>
            <a:custGeom>
              <a:avLst/>
              <a:gdLst/>
              <a:ahLst/>
              <a:cxnLst/>
              <a:rect l="l" t="t" r="r" b="b"/>
              <a:pathLst>
                <a:path w="6949694" h="3146425">
                  <a:moveTo>
                    <a:pt x="0" y="62738"/>
                  </a:moveTo>
                  <a:cubicBezTo>
                    <a:pt x="0" y="28067"/>
                    <a:pt x="28067" y="0"/>
                    <a:pt x="62738" y="0"/>
                  </a:cubicBezTo>
                  <a:lnTo>
                    <a:pt x="6886956" y="0"/>
                  </a:lnTo>
                  <a:cubicBezTo>
                    <a:pt x="6921627" y="0"/>
                    <a:pt x="6949694" y="28067"/>
                    <a:pt x="6949694" y="62738"/>
                  </a:cubicBezTo>
                  <a:lnTo>
                    <a:pt x="6949694" y="3083687"/>
                  </a:lnTo>
                  <a:cubicBezTo>
                    <a:pt x="6949694" y="3118358"/>
                    <a:pt x="6921627" y="3146425"/>
                    <a:pt x="6886956" y="3146425"/>
                  </a:cubicBezTo>
                  <a:lnTo>
                    <a:pt x="62738" y="3146425"/>
                  </a:lnTo>
                  <a:cubicBezTo>
                    <a:pt x="28067" y="3146425"/>
                    <a:pt x="0" y="3118358"/>
                    <a:pt x="0" y="3083687"/>
                  </a:cubicBezTo>
                  <a:close/>
                </a:path>
              </a:pathLst>
            </a:custGeom>
            <a:solidFill>
              <a:srgbClr val="252833"/>
            </a:solidFill>
            <a:ln w="38128" cap="sq">
              <a:solidFill>
                <a:srgbClr val="5D606B"/>
              </a:solidFill>
              <a:prstDash val="solid"/>
              <a:miter/>
            </a:ln>
          </p:spPr>
        </p:sp>
      </p:grpSp>
      <p:sp>
        <p:nvSpPr>
          <p:cNvPr id="14" name="TextBox 14"/>
          <p:cNvSpPr txBox="1"/>
          <p:nvPr/>
        </p:nvSpPr>
        <p:spPr>
          <a:xfrm>
            <a:off x="6910702" y="6239446"/>
            <a:ext cx="4480436" cy="473326"/>
          </a:xfrm>
          <a:prstGeom prst="rect">
            <a:avLst/>
          </a:prstGeom>
        </p:spPr>
        <p:txBody>
          <a:bodyPr lIns="0" tIns="0" rIns="0" bIns="0" rtlCol="0" anchor="t">
            <a:spAutoFit/>
          </a:bodyPr>
          <a:lstStyle/>
          <a:p>
            <a:pPr algn="l">
              <a:lnSpc>
                <a:spcPts val="3559"/>
              </a:lnSpc>
            </a:pPr>
            <a:r>
              <a:rPr lang="en-US" sz="2852">
                <a:solidFill>
                  <a:srgbClr val="D6E5EF"/>
                </a:solidFill>
                <a:latin typeface="Lora"/>
                <a:ea typeface="Lora"/>
                <a:cs typeface="Lora"/>
                <a:sym typeface="Lora"/>
              </a:rPr>
              <a:t>Role</a:t>
            </a:r>
          </a:p>
        </p:txBody>
      </p:sp>
      <p:sp>
        <p:nvSpPr>
          <p:cNvPr id="15" name="TextBox 15"/>
          <p:cNvSpPr txBox="1"/>
          <p:nvPr/>
        </p:nvSpPr>
        <p:spPr>
          <a:xfrm>
            <a:off x="6910702" y="6802812"/>
            <a:ext cx="4480436" cy="589445"/>
          </a:xfrm>
          <a:prstGeom prst="rect">
            <a:avLst/>
          </a:prstGeom>
        </p:spPr>
        <p:txBody>
          <a:bodyPr lIns="0" tIns="0" rIns="0" bIns="0" rtlCol="0" anchor="t">
            <a:spAutoFit/>
          </a:bodyPr>
          <a:lstStyle/>
          <a:p>
            <a:pPr algn="l">
              <a:lnSpc>
                <a:spcPts val="3833"/>
              </a:lnSpc>
            </a:pPr>
            <a:r>
              <a:rPr lang="en-US" sz="2401">
                <a:solidFill>
                  <a:srgbClr val="D6E5EF"/>
                </a:solidFill>
                <a:latin typeface="Source Sans 3"/>
                <a:ea typeface="Source Sans 3"/>
                <a:cs typeface="Source Sans 3"/>
                <a:sym typeface="Source Sans 3"/>
              </a:rPr>
              <a:t>Research Intern</a:t>
            </a:r>
          </a:p>
        </p:txBody>
      </p:sp>
      <p:grpSp>
        <p:nvGrpSpPr>
          <p:cNvPr id="16" name="Group 16"/>
          <p:cNvGrpSpPr/>
          <p:nvPr/>
        </p:nvGrpSpPr>
        <p:grpSpPr>
          <a:xfrm>
            <a:off x="12027713" y="5892546"/>
            <a:ext cx="5212328" cy="2359876"/>
            <a:chOff x="0" y="0"/>
            <a:chExt cx="6949770" cy="3146501"/>
          </a:xfrm>
        </p:grpSpPr>
        <p:sp>
          <p:nvSpPr>
            <p:cNvPr id="17" name="Freeform 17"/>
            <p:cNvSpPr/>
            <p:nvPr/>
          </p:nvSpPr>
          <p:spPr>
            <a:xfrm>
              <a:off x="0" y="0"/>
              <a:ext cx="6949694" cy="3146425"/>
            </a:xfrm>
            <a:custGeom>
              <a:avLst/>
              <a:gdLst/>
              <a:ahLst/>
              <a:cxnLst/>
              <a:rect l="l" t="t" r="r" b="b"/>
              <a:pathLst>
                <a:path w="6949694" h="3146425">
                  <a:moveTo>
                    <a:pt x="0" y="62738"/>
                  </a:moveTo>
                  <a:cubicBezTo>
                    <a:pt x="0" y="28067"/>
                    <a:pt x="28067" y="0"/>
                    <a:pt x="62738" y="0"/>
                  </a:cubicBezTo>
                  <a:lnTo>
                    <a:pt x="6886956" y="0"/>
                  </a:lnTo>
                  <a:cubicBezTo>
                    <a:pt x="6921627" y="0"/>
                    <a:pt x="6949694" y="28067"/>
                    <a:pt x="6949694" y="62738"/>
                  </a:cubicBezTo>
                  <a:lnTo>
                    <a:pt x="6949694" y="3083687"/>
                  </a:lnTo>
                  <a:cubicBezTo>
                    <a:pt x="6949694" y="3118358"/>
                    <a:pt x="6921627" y="3146425"/>
                    <a:pt x="6886956" y="3146425"/>
                  </a:cubicBezTo>
                  <a:lnTo>
                    <a:pt x="62738" y="3146425"/>
                  </a:lnTo>
                  <a:cubicBezTo>
                    <a:pt x="28067" y="3146425"/>
                    <a:pt x="0" y="3118358"/>
                    <a:pt x="0" y="3083687"/>
                  </a:cubicBezTo>
                  <a:close/>
                </a:path>
              </a:pathLst>
            </a:custGeom>
            <a:solidFill>
              <a:srgbClr val="252833"/>
            </a:solidFill>
            <a:ln w="38128" cap="sq">
              <a:solidFill>
                <a:srgbClr val="5D606B"/>
              </a:solidFill>
              <a:prstDash val="solid"/>
              <a:miter/>
            </a:ln>
          </p:spPr>
        </p:sp>
      </p:grpSp>
      <p:sp>
        <p:nvSpPr>
          <p:cNvPr id="18" name="TextBox 18"/>
          <p:cNvSpPr txBox="1"/>
          <p:nvPr/>
        </p:nvSpPr>
        <p:spPr>
          <a:xfrm>
            <a:off x="12393663" y="6239446"/>
            <a:ext cx="4480436" cy="473326"/>
          </a:xfrm>
          <a:prstGeom prst="rect">
            <a:avLst/>
          </a:prstGeom>
        </p:spPr>
        <p:txBody>
          <a:bodyPr lIns="0" tIns="0" rIns="0" bIns="0" rtlCol="0" anchor="t">
            <a:spAutoFit/>
          </a:bodyPr>
          <a:lstStyle/>
          <a:p>
            <a:pPr algn="l">
              <a:lnSpc>
                <a:spcPts val="3559"/>
              </a:lnSpc>
            </a:pPr>
            <a:r>
              <a:rPr lang="en-US" sz="2852">
                <a:solidFill>
                  <a:srgbClr val="D6E5EF"/>
                </a:solidFill>
                <a:latin typeface="Lora"/>
                <a:ea typeface="Lora"/>
                <a:cs typeface="Lora"/>
                <a:sym typeface="Lora"/>
              </a:rPr>
              <a:t>Organization</a:t>
            </a:r>
          </a:p>
        </p:txBody>
      </p:sp>
      <p:sp>
        <p:nvSpPr>
          <p:cNvPr id="19" name="TextBox 19"/>
          <p:cNvSpPr txBox="1"/>
          <p:nvPr/>
        </p:nvSpPr>
        <p:spPr>
          <a:xfrm>
            <a:off x="12393663" y="6802812"/>
            <a:ext cx="4480436" cy="1083650"/>
          </a:xfrm>
          <a:prstGeom prst="rect">
            <a:avLst/>
          </a:prstGeom>
        </p:spPr>
        <p:txBody>
          <a:bodyPr lIns="0" tIns="0" rIns="0" bIns="0" rtlCol="0" anchor="t">
            <a:spAutoFit/>
          </a:bodyPr>
          <a:lstStyle/>
          <a:p>
            <a:pPr algn="l">
              <a:lnSpc>
                <a:spcPts val="3833"/>
              </a:lnSpc>
            </a:pPr>
            <a:r>
              <a:rPr lang="en-US" sz="2401">
                <a:solidFill>
                  <a:srgbClr val="D6E5EF"/>
                </a:solidFill>
                <a:latin typeface="Source Sans 3"/>
                <a:ea typeface="Source Sans 3"/>
                <a:cs typeface="Source Sans 3"/>
                <a:sym typeface="Source Sans 3"/>
              </a:rPr>
              <a:t>Shri Ram Darbar Trust, Muzaffarnagar</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0"/>
            <a:ext cx="18301840" cy="10295039"/>
            <a:chOff x="0" y="0"/>
            <a:chExt cx="24402453" cy="13726719"/>
          </a:xfrm>
        </p:grpSpPr>
        <p:sp>
          <p:nvSpPr>
            <p:cNvPr id="3" name="Freeform 3"/>
            <p:cNvSpPr/>
            <p:nvPr/>
          </p:nvSpPr>
          <p:spPr>
            <a:xfrm>
              <a:off x="0" y="0"/>
              <a:ext cx="24402414" cy="13726668"/>
            </a:xfrm>
            <a:custGeom>
              <a:avLst/>
              <a:gdLst/>
              <a:ahLst/>
              <a:cxnLst/>
              <a:rect l="l" t="t" r="r" b="b"/>
              <a:pathLst>
                <a:path w="24402414" h="13726668">
                  <a:moveTo>
                    <a:pt x="0" y="0"/>
                  </a:moveTo>
                  <a:lnTo>
                    <a:pt x="24402414" y="0"/>
                  </a:lnTo>
                  <a:lnTo>
                    <a:pt x="24402414" y="13726668"/>
                  </a:lnTo>
                  <a:lnTo>
                    <a:pt x="0" y="13726668"/>
                  </a:lnTo>
                  <a:close/>
                </a:path>
              </a:pathLst>
            </a:custGeom>
            <a:solidFill>
              <a:srgbClr val="181A24"/>
            </a:solidFill>
          </p:spPr>
        </p:sp>
      </p:grpSp>
      <p:grpSp>
        <p:nvGrpSpPr>
          <p:cNvPr id="4" name="Group 4"/>
          <p:cNvGrpSpPr/>
          <p:nvPr/>
        </p:nvGrpSpPr>
        <p:grpSpPr>
          <a:xfrm>
            <a:off x="0" y="0"/>
            <a:ext cx="18301840" cy="10295039"/>
            <a:chOff x="0" y="0"/>
            <a:chExt cx="24402453" cy="13726719"/>
          </a:xfrm>
        </p:grpSpPr>
        <p:sp>
          <p:nvSpPr>
            <p:cNvPr id="5" name="Freeform 5"/>
            <p:cNvSpPr/>
            <p:nvPr/>
          </p:nvSpPr>
          <p:spPr>
            <a:xfrm>
              <a:off x="0" y="0"/>
              <a:ext cx="24402414" cy="13726668"/>
            </a:xfrm>
            <a:custGeom>
              <a:avLst/>
              <a:gdLst/>
              <a:ahLst/>
              <a:cxnLst/>
              <a:rect l="l" t="t" r="r" b="b"/>
              <a:pathLst>
                <a:path w="24402414" h="13726668">
                  <a:moveTo>
                    <a:pt x="0" y="0"/>
                  </a:moveTo>
                  <a:lnTo>
                    <a:pt x="24402414" y="0"/>
                  </a:lnTo>
                  <a:lnTo>
                    <a:pt x="24402414" y="13726668"/>
                  </a:lnTo>
                  <a:lnTo>
                    <a:pt x="0" y="13726668"/>
                  </a:lnTo>
                  <a:close/>
                </a:path>
              </a:pathLst>
            </a:custGeom>
            <a:solidFill>
              <a:srgbClr val="252833"/>
            </a:solidFill>
          </p:spPr>
        </p:sp>
      </p:grpSp>
      <p:sp>
        <p:nvSpPr>
          <p:cNvPr id="6" name="TextBox 6"/>
          <p:cNvSpPr txBox="1"/>
          <p:nvPr/>
        </p:nvSpPr>
        <p:spPr>
          <a:xfrm>
            <a:off x="1080859" y="1905619"/>
            <a:ext cx="16140112" cy="936841"/>
          </a:xfrm>
          <a:prstGeom prst="rect">
            <a:avLst/>
          </a:prstGeom>
        </p:spPr>
        <p:txBody>
          <a:bodyPr lIns="0" tIns="0" rIns="0" bIns="0" rtlCol="0" anchor="t">
            <a:spAutoFit/>
          </a:bodyPr>
          <a:lstStyle/>
          <a:p>
            <a:pPr algn="l">
              <a:lnSpc>
                <a:spcPts val="7119"/>
              </a:lnSpc>
            </a:pPr>
            <a:r>
              <a:rPr lang="en-US" sz="5704">
                <a:solidFill>
                  <a:srgbClr val="F98AC7"/>
                </a:solidFill>
                <a:latin typeface="Lora"/>
                <a:ea typeface="Lora"/>
                <a:cs typeface="Lora"/>
                <a:sym typeface="Lora"/>
              </a:rPr>
              <a:t>Research Activities &amp; Observations</a:t>
            </a:r>
          </a:p>
        </p:txBody>
      </p:sp>
      <p:sp>
        <p:nvSpPr>
          <p:cNvPr id="7" name="TextBox 7"/>
          <p:cNvSpPr txBox="1"/>
          <p:nvPr/>
        </p:nvSpPr>
        <p:spPr>
          <a:xfrm>
            <a:off x="1080859" y="3364878"/>
            <a:ext cx="16140112" cy="1577845"/>
          </a:xfrm>
          <a:prstGeom prst="rect">
            <a:avLst/>
          </a:prstGeom>
        </p:spPr>
        <p:txBody>
          <a:bodyPr lIns="0" tIns="0" rIns="0" bIns="0" rtlCol="0" anchor="t">
            <a:spAutoFit/>
          </a:bodyPr>
          <a:lstStyle/>
          <a:p>
            <a:pPr algn="l">
              <a:lnSpc>
                <a:spcPts val="3833"/>
              </a:lnSpc>
            </a:pPr>
            <a:r>
              <a:rPr lang="en-US" sz="2401">
                <a:solidFill>
                  <a:srgbClr val="D6E5EF"/>
                </a:solidFill>
                <a:latin typeface="Source Sans 3"/>
                <a:ea typeface="Source Sans 3"/>
                <a:cs typeface="Source Sans 3"/>
                <a:sym typeface="Source Sans 3"/>
              </a:rPr>
              <a:t>As a Research Intern, the work involved closely observing and documenting the Trust's operations across its various programs. This included visiting the dairy farm, witnessing food and clothing distribution drives, and understanding how the Trust manages its resources and volunteers to serve the community effectively.</a:t>
            </a:r>
          </a:p>
        </p:txBody>
      </p:sp>
      <p:sp>
        <p:nvSpPr>
          <p:cNvPr id="8" name="Freeform 8" descr="preencoded.png"/>
          <p:cNvSpPr/>
          <p:nvPr/>
        </p:nvSpPr>
        <p:spPr>
          <a:xfrm>
            <a:off x="1196588" y="5299672"/>
            <a:ext cx="463210" cy="463220"/>
          </a:xfrm>
          <a:custGeom>
            <a:avLst/>
            <a:gdLst/>
            <a:ahLst/>
            <a:cxnLst/>
            <a:rect l="l" t="t" r="r" b="b"/>
            <a:pathLst>
              <a:path w="463210" h="463220">
                <a:moveTo>
                  <a:pt x="0" y="0"/>
                </a:moveTo>
                <a:lnTo>
                  <a:pt x="463210" y="0"/>
                </a:lnTo>
                <a:lnTo>
                  <a:pt x="463210" y="463220"/>
                </a:lnTo>
                <a:lnTo>
                  <a:pt x="0" y="463220"/>
                </a:lnTo>
                <a:lnTo>
                  <a:pt x="0" y="0"/>
                </a:lnTo>
                <a:close/>
              </a:path>
            </a:pathLst>
          </a:custGeom>
          <a:blipFill>
            <a:blip>
              <a:extLst>
                <a:ext uri="{96DAC541-7B7A-43D3-8B79-37D633B846F1}">
                  <asvg:svgBlip xmlns:asvg="http://schemas.microsoft.com/office/drawing/2016/SVG/main" r:embed="rId2"/>
                </a:ext>
              </a:extLst>
            </a:blip>
            <a:stretch>
              <a:fillRect l="-8163" r="-8165"/>
            </a:stretch>
          </a:blipFill>
        </p:spPr>
      </p:sp>
      <p:sp>
        <p:nvSpPr>
          <p:cNvPr id="9" name="TextBox 9"/>
          <p:cNvSpPr txBox="1"/>
          <p:nvPr/>
        </p:nvSpPr>
        <p:spPr>
          <a:xfrm>
            <a:off x="2084422" y="5271011"/>
            <a:ext cx="4119105" cy="473326"/>
          </a:xfrm>
          <a:prstGeom prst="rect">
            <a:avLst/>
          </a:prstGeom>
        </p:spPr>
        <p:txBody>
          <a:bodyPr lIns="0" tIns="0" rIns="0" bIns="0" rtlCol="0" anchor="t">
            <a:spAutoFit/>
          </a:bodyPr>
          <a:lstStyle/>
          <a:p>
            <a:pPr algn="l">
              <a:lnSpc>
                <a:spcPts val="3559"/>
              </a:lnSpc>
            </a:pPr>
            <a:r>
              <a:rPr lang="en-US" sz="2852">
                <a:solidFill>
                  <a:srgbClr val="D6E5EF"/>
                </a:solidFill>
                <a:latin typeface="Lora"/>
                <a:ea typeface="Lora"/>
                <a:cs typeface="Lora"/>
                <a:sym typeface="Lora"/>
              </a:rPr>
              <a:t>Observing Programs</a:t>
            </a:r>
          </a:p>
        </p:txBody>
      </p:sp>
      <p:sp>
        <p:nvSpPr>
          <p:cNvPr id="10" name="TextBox 10"/>
          <p:cNvSpPr txBox="1"/>
          <p:nvPr/>
        </p:nvSpPr>
        <p:spPr>
          <a:xfrm>
            <a:off x="2084422" y="5834377"/>
            <a:ext cx="4119105" cy="2072040"/>
          </a:xfrm>
          <a:prstGeom prst="rect">
            <a:avLst/>
          </a:prstGeom>
        </p:spPr>
        <p:txBody>
          <a:bodyPr lIns="0" tIns="0" rIns="0" bIns="0" rtlCol="0" anchor="t">
            <a:spAutoFit/>
          </a:bodyPr>
          <a:lstStyle/>
          <a:p>
            <a:pPr algn="l">
              <a:lnSpc>
                <a:spcPts val="3833"/>
              </a:lnSpc>
            </a:pPr>
            <a:r>
              <a:rPr lang="en-US" sz="2401">
                <a:solidFill>
                  <a:srgbClr val="D6E5EF"/>
                </a:solidFill>
                <a:latin typeface="Source Sans 3"/>
                <a:ea typeface="Source Sans 3"/>
                <a:cs typeface="Source Sans 3"/>
                <a:sym typeface="Source Sans 3"/>
              </a:rPr>
              <a:t>Watching and learning about the food distribution, clothing drives, and animal care activities firsthand.</a:t>
            </a:r>
          </a:p>
        </p:txBody>
      </p:sp>
      <p:sp>
        <p:nvSpPr>
          <p:cNvPr id="11" name="Freeform 11" descr="preencoded.png"/>
          <p:cNvSpPr/>
          <p:nvPr/>
        </p:nvSpPr>
        <p:spPr>
          <a:xfrm>
            <a:off x="6705314" y="5299672"/>
            <a:ext cx="463210" cy="463220"/>
          </a:xfrm>
          <a:custGeom>
            <a:avLst/>
            <a:gdLst/>
            <a:ahLst/>
            <a:cxnLst/>
            <a:rect l="l" t="t" r="r" b="b"/>
            <a:pathLst>
              <a:path w="463210" h="463220">
                <a:moveTo>
                  <a:pt x="0" y="0"/>
                </a:moveTo>
                <a:lnTo>
                  <a:pt x="463211" y="0"/>
                </a:lnTo>
                <a:lnTo>
                  <a:pt x="463211" y="463220"/>
                </a:lnTo>
                <a:lnTo>
                  <a:pt x="0" y="463220"/>
                </a:lnTo>
                <a:lnTo>
                  <a:pt x="0" y="0"/>
                </a:lnTo>
                <a:close/>
              </a:path>
            </a:pathLst>
          </a:custGeom>
          <a:blipFill>
            <a:blip>
              <a:extLst>
                <a:ext uri="{96DAC541-7B7A-43D3-8B79-37D633B846F1}">
                  <asvg:svgBlip xmlns:asvg="http://schemas.microsoft.com/office/drawing/2016/SVG/main" r:embed="rId2"/>
                </a:ext>
              </a:extLst>
            </a:blip>
            <a:stretch>
              <a:fillRect l="-8163" r="-8165"/>
            </a:stretch>
          </a:blipFill>
        </p:spPr>
      </p:sp>
      <p:sp>
        <p:nvSpPr>
          <p:cNvPr id="12" name="TextBox 12"/>
          <p:cNvSpPr txBox="1"/>
          <p:nvPr/>
        </p:nvSpPr>
        <p:spPr>
          <a:xfrm>
            <a:off x="7593149" y="5271011"/>
            <a:ext cx="4119105" cy="927611"/>
          </a:xfrm>
          <a:prstGeom prst="rect">
            <a:avLst/>
          </a:prstGeom>
        </p:spPr>
        <p:txBody>
          <a:bodyPr lIns="0" tIns="0" rIns="0" bIns="0" rtlCol="0" anchor="t">
            <a:spAutoFit/>
          </a:bodyPr>
          <a:lstStyle/>
          <a:p>
            <a:pPr algn="l">
              <a:lnSpc>
                <a:spcPts val="3559"/>
              </a:lnSpc>
            </a:pPr>
            <a:r>
              <a:rPr lang="en-US" sz="2852">
                <a:solidFill>
                  <a:srgbClr val="D6E5EF"/>
                </a:solidFill>
                <a:latin typeface="Lora"/>
                <a:ea typeface="Lora"/>
                <a:cs typeface="Lora"/>
                <a:sym typeface="Lora"/>
              </a:rPr>
              <a:t>Documenting Operations</a:t>
            </a:r>
          </a:p>
        </p:txBody>
      </p:sp>
      <p:sp>
        <p:nvSpPr>
          <p:cNvPr id="13" name="TextBox 13"/>
          <p:cNvSpPr txBox="1"/>
          <p:nvPr/>
        </p:nvSpPr>
        <p:spPr>
          <a:xfrm>
            <a:off x="7593149" y="6288662"/>
            <a:ext cx="4119105" cy="2072040"/>
          </a:xfrm>
          <a:prstGeom prst="rect">
            <a:avLst/>
          </a:prstGeom>
        </p:spPr>
        <p:txBody>
          <a:bodyPr lIns="0" tIns="0" rIns="0" bIns="0" rtlCol="0" anchor="t">
            <a:spAutoFit/>
          </a:bodyPr>
          <a:lstStyle/>
          <a:p>
            <a:pPr algn="l">
              <a:lnSpc>
                <a:spcPts val="3833"/>
              </a:lnSpc>
            </a:pPr>
            <a:r>
              <a:rPr lang="en-US" sz="2401">
                <a:solidFill>
                  <a:srgbClr val="D6E5EF"/>
                </a:solidFill>
                <a:latin typeface="Source Sans 3"/>
                <a:ea typeface="Source Sans 3"/>
                <a:cs typeface="Source Sans 3"/>
                <a:sym typeface="Source Sans 3"/>
              </a:rPr>
              <a:t>Recording how the Trust manages its dairy farm, volunteer coordination, and resource allocation.</a:t>
            </a:r>
          </a:p>
        </p:txBody>
      </p:sp>
      <p:sp>
        <p:nvSpPr>
          <p:cNvPr id="14" name="Freeform 14" descr="preencoded.png"/>
          <p:cNvSpPr/>
          <p:nvPr/>
        </p:nvSpPr>
        <p:spPr>
          <a:xfrm>
            <a:off x="12214031" y="5299672"/>
            <a:ext cx="463210" cy="463220"/>
          </a:xfrm>
          <a:custGeom>
            <a:avLst/>
            <a:gdLst/>
            <a:ahLst/>
            <a:cxnLst/>
            <a:rect l="l" t="t" r="r" b="b"/>
            <a:pathLst>
              <a:path w="463210" h="463220">
                <a:moveTo>
                  <a:pt x="0" y="0"/>
                </a:moveTo>
                <a:lnTo>
                  <a:pt x="463211" y="0"/>
                </a:lnTo>
                <a:lnTo>
                  <a:pt x="463211" y="463220"/>
                </a:lnTo>
                <a:lnTo>
                  <a:pt x="0" y="463220"/>
                </a:lnTo>
                <a:lnTo>
                  <a:pt x="0" y="0"/>
                </a:lnTo>
                <a:close/>
              </a:path>
            </a:pathLst>
          </a:custGeom>
          <a:blipFill>
            <a:blip>
              <a:extLst>
                <a:ext uri="{96DAC541-7B7A-43D3-8B79-37D633B846F1}">
                  <asvg:svgBlip xmlns:asvg="http://schemas.microsoft.com/office/drawing/2016/SVG/main" r:embed="rId2"/>
                </a:ext>
              </a:extLst>
            </a:blip>
            <a:stretch>
              <a:fillRect l="-8163" r="-8165"/>
            </a:stretch>
          </a:blipFill>
        </p:spPr>
      </p:sp>
      <p:sp>
        <p:nvSpPr>
          <p:cNvPr id="15" name="TextBox 15"/>
          <p:cNvSpPr txBox="1"/>
          <p:nvPr/>
        </p:nvSpPr>
        <p:spPr>
          <a:xfrm>
            <a:off x="13101876" y="5271011"/>
            <a:ext cx="4119105" cy="927611"/>
          </a:xfrm>
          <a:prstGeom prst="rect">
            <a:avLst/>
          </a:prstGeom>
        </p:spPr>
        <p:txBody>
          <a:bodyPr lIns="0" tIns="0" rIns="0" bIns="0" rtlCol="0" anchor="t">
            <a:spAutoFit/>
          </a:bodyPr>
          <a:lstStyle/>
          <a:p>
            <a:pPr algn="l">
              <a:lnSpc>
                <a:spcPts val="3559"/>
              </a:lnSpc>
            </a:pPr>
            <a:r>
              <a:rPr lang="en-US" sz="2852">
                <a:solidFill>
                  <a:srgbClr val="D6E5EF"/>
                </a:solidFill>
                <a:latin typeface="Lora"/>
                <a:ea typeface="Lora"/>
                <a:cs typeface="Lora"/>
                <a:sym typeface="Lora"/>
              </a:rPr>
              <a:t>Community Engagement</a:t>
            </a:r>
          </a:p>
        </p:txBody>
      </p:sp>
      <p:sp>
        <p:nvSpPr>
          <p:cNvPr id="16" name="TextBox 16"/>
          <p:cNvSpPr txBox="1"/>
          <p:nvPr/>
        </p:nvSpPr>
        <p:spPr>
          <a:xfrm>
            <a:off x="13101876" y="6288662"/>
            <a:ext cx="4119105" cy="2072040"/>
          </a:xfrm>
          <a:prstGeom prst="rect">
            <a:avLst/>
          </a:prstGeom>
        </p:spPr>
        <p:txBody>
          <a:bodyPr lIns="0" tIns="0" rIns="0" bIns="0" rtlCol="0" anchor="t">
            <a:spAutoFit/>
          </a:bodyPr>
          <a:lstStyle/>
          <a:p>
            <a:pPr algn="l">
              <a:lnSpc>
                <a:spcPts val="3833"/>
              </a:lnSpc>
            </a:pPr>
            <a:r>
              <a:rPr lang="en-US" sz="2401">
                <a:solidFill>
                  <a:srgbClr val="D6E5EF"/>
                </a:solidFill>
                <a:latin typeface="Source Sans 3"/>
                <a:ea typeface="Source Sans 3"/>
                <a:cs typeface="Source Sans 3"/>
                <a:sym typeface="Source Sans 3"/>
              </a:rPr>
              <a:t>Interacting with beneficiaries and volunteers to understand the real-world impact of the Trust's work.</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0"/>
            <a:ext cx="18301840" cy="10295039"/>
            <a:chOff x="0" y="0"/>
            <a:chExt cx="24402453" cy="13726719"/>
          </a:xfrm>
        </p:grpSpPr>
        <p:sp>
          <p:nvSpPr>
            <p:cNvPr id="3" name="Freeform 3"/>
            <p:cNvSpPr/>
            <p:nvPr/>
          </p:nvSpPr>
          <p:spPr>
            <a:xfrm>
              <a:off x="0" y="0"/>
              <a:ext cx="24402414" cy="13726668"/>
            </a:xfrm>
            <a:custGeom>
              <a:avLst/>
              <a:gdLst/>
              <a:ahLst/>
              <a:cxnLst/>
              <a:rect l="l" t="t" r="r" b="b"/>
              <a:pathLst>
                <a:path w="24402414" h="13726668">
                  <a:moveTo>
                    <a:pt x="0" y="0"/>
                  </a:moveTo>
                  <a:lnTo>
                    <a:pt x="24402414" y="0"/>
                  </a:lnTo>
                  <a:lnTo>
                    <a:pt x="24402414" y="13726668"/>
                  </a:lnTo>
                  <a:lnTo>
                    <a:pt x="0" y="13726668"/>
                  </a:lnTo>
                  <a:close/>
                </a:path>
              </a:pathLst>
            </a:custGeom>
            <a:solidFill>
              <a:srgbClr val="181A24"/>
            </a:solidFill>
          </p:spPr>
        </p:sp>
      </p:grpSp>
      <p:grpSp>
        <p:nvGrpSpPr>
          <p:cNvPr id="4" name="Group 4"/>
          <p:cNvGrpSpPr/>
          <p:nvPr/>
        </p:nvGrpSpPr>
        <p:grpSpPr>
          <a:xfrm>
            <a:off x="0" y="0"/>
            <a:ext cx="18301840" cy="10295039"/>
            <a:chOff x="0" y="0"/>
            <a:chExt cx="24402453" cy="13726719"/>
          </a:xfrm>
        </p:grpSpPr>
        <p:sp>
          <p:nvSpPr>
            <p:cNvPr id="5" name="Freeform 5"/>
            <p:cNvSpPr/>
            <p:nvPr/>
          </p:nvSpPr>
          <p:spPr>
            <a:xfrm>
              <a:off x="0" y="0"/>
              <a:ext cx="24402414" cy="13726668"/>
            </a:xfrm>
            <a:custGeom>
              <a:avLst/>
              <a:gdLst/>
              <a:ahLst/>
              <a:cxnLst/>
              <a:rect l="l" t="t" r="r" b="b"/>
              <a:pathLst>
                <a:path w="24402414" h="13726668">
                  <a:moveTo>
                    <a:pt x="0" y="0"/>
                  </a:moveTo>
                  <a:lnTo>
                    <a:pt x="24402414" y="0"/>
                  </a:lnTo>
                  <a:lnTo>
                    <a:pt x="24402414" y="13726668"/>
                  </a:lnTo>
                  <a:lnTo>
                    <a:pt x="0" y="13726668"/>
                  </a:lnTo>
                  <a:close/>
                </a:path>
              </a:pathLst>
            </a:custGeom>
            <a:solidFill>
              <a:srgbClr val="252833"/>
            </a:solidFill>
          </p:spPr>
        </p:sp>
      </p:grpSp>
      <p:sp>
        <p:nvSpPr>
          <p:cNvPr id="6" name="TextBox 6"/>
          <p:cNvSpPr txBox="1"/>
          <p:nvPr/>
        </p:nvSpPr>
        <p:spPr>
          <a:xfrm>
            <a:off x="1080859" y="2468632"/>
            <a:ext cx="16140112" cy="936841"/>
          </a:xfrm>
          <a:prstGeom prst="rect">
            <a:avLst/>
          </a:prstGeom>
        </p:spPr>
        <p:txBody>
          <a:bodyPr lIns="0" tIns="0" rIns="0" bIns="0" rtlCol="0" anchor="t">
            <a:spAutoFit/>
          </a:bodyPr>
          <a:lstStyle/>
          <a:p>
            <a:pPr algn="l">
              <a:lnSpc>
                <a:spcPts val="7119"/>
              </a:lnSpc>
            </a:pPr>
            <a:r>
              <a:rPr lang="en-US" sz="5704">
                <a:solidFill>
                  <a:srgbClr val="F98AC7"/>
                </a:solidFill>
                <a:latin typeface="Lora"/>
                <a:ea typeface="Lora"/>
                <a:cs typeface="Lora"/>
                <a:sym typeface="Lora"/>
              </a:rPr>
              <a:t>Impact of the Trust's Work</a:t>
            </a:r>
          </a:p>
        </p:txBody>
      </p:sp>
      <p:sp>
        <p:nvSpPr>
          <p:cNvPr id="7" name="Freeform 7" descr="preencoded.png"/>
          <p:cNvSpPr/>
          <p:nvPr/>
        </p:nvSpPr>
        <p:spPr>
          <a:xfrm>
            <a:off x="1080859" y="4023141"/>
            <a:ext cx="772106" cy="772125"/>
          </a:xfrm>
          <a:custGeom>
            <a:avLst/>
            <a:gdLst/>
            <a:ahLst/>
            <a:cxnLst/>
            <a:rect l="l" t="t" r="r" b="b"/>
            <a:pathLst>
              <a:path w="772106" h="772125">
                <a:moveTo>
                  <a:pt x="0" y="0"/>
                </a:moveTo>
                <a:lnTo>
                  <a:pt x="772106" y="0"/>
                </a:lnTo>
                <a:lnTo>
                  <a:pt x="772106" y="772125"/>
                </a:lnTo>
                <a:lnTo>
                  <a:pt x="0" y="772125"/>
                </a:lnTo>
                <a:lnTo>
                  <a:pt x="0" y="0"/>
                </a:lnTo>
                <a:close/>
              </a:path>
            </a:pathLst>
          </a:custGeom>
          <a:blipFill>
            <a:blip>
              <a:extLst>
                <a:ext uri="{96DAC541-7B7A-43D3-8B79-37D633B846F1}">
                  <asvg:svgBlip xmlns:asvg="http://schemas.microsoft.com/office/drawing/2016/SVG/main" r:embed="rId2"/>
                </a:ext>
              </a:extLst>
            </a:blip>
            <a:stretch>
              <a:fillRect l="-4269" r="-4269"/>
            </a:stretch>
          </a:blipFill>
        </p:spPr>
      </p:sp>
      <p:sp>
        <p:nvSpPr>
          <p:cNvPr id="8" name="TextBox 8"/>
          <p:cNvSpPr txBox="1"/>
          <p:nvPr/>
        </p:nvSpPr>
        <p:spPr>
          <a:xfrm>
            <a:off x="1080859" y="5162283"/>
            <a:ext cx="5122669" cy="473326"/>
          </a:xfrm>
          <a:prstGeom prst="rect">
            <a:avLst/>
          </a:prstGeom>
        </p:spPr>
        <p:txBody>
          <a:bodyPr lIns="0" tIns="0" rIns="0" bIns="0" rtlCol="0" anchor="t">
            <a:spAutoFit/>
          </a:bodyPr>
          <a:lstStyle/>
          <a:p>
            <a:pPr algn="l">
              <a:lnSpc>
                <a:spcPts val="3559"/>
              </a:lnSpc>
            </a:pPr>
            <a:r>
              <a:rPr lang="en-US" sz="2852">
                <a:solidFill>
                  <a:srgbClr val="D6E5EF"/>
                </a:solidFill>
                <a:latin typeface="Lora"/>
                <a:ea typeface="Lora"/>
                <a:cs typeface="Lora"/>
                <a:sym typeface="Lora"/>
              </a:rPr>
              <a:t>Clothes &amp; Blankets</a:t>
            </a:r>
          </a:p>
        </p:txBody>
      </p:sp>
      <p:sp>
        <p:nvSpPr>
          <p:cNvPr id="9" name="TextBox 9"/>
          <p:cNvSpPr txBox="1"/>
          <p:nvPr/>
        </p:nvSpPr>
        <p:spPr>
          <a:xfrm>
            <a:off x="1080859" y="5725649"/>
            <a:ext cx="5122669" cy="1577845"/>
          </a:xfrm>
          <a:prstGeom prst="rect">
            <a:avLst/>
          </a:prstGeom>
        </p:spPr>
        <p:txBody>
          <a:bodyPr lIns="0" tIns="0" rIns="0" bIns="0" rtlCol="0" anchor="t">
            <a:spAutoFit/>
          </a:bodyPr>
          <a:lstStyle/>
          <a:p>
            <a:pPr algn="l">
              <a:lnSpc>
                <a:spcPts val="3833"/>
              </a:lnSpc>
            </a:pPr>
            <a:r>
              <a:rPr lang="en-US" sz="2401">
                <a:solidFill>
                  <a:srgbClr val="D6E5EF"/>
                </a:solidFill>
                <a:latin typeface="Source Sans 3"/>
                <a:ea typeface="Source Sans 3"/>
                <a:cs typeface="Source Sans 3"/>
                <a:sym typeface="Source Sans 3"/>
              </a:rPr>
              <a:t>Providing warm clothing and blankets to vulnerable families, especially during harsh winter months in Uttar Pradesh.</a:t>
            </a:r>
          </a:p>
        </p:txBody>
      </p:sp>
      <p:sp>
        <p:nvSpPr>
          <p:cNvPr id="10" name="Freeform 10" descr="preencoded.png"/>
          <p:cNvSpPr/>
          <p:nvPr/>
        </p:nvSpPr>
        <p:spPr>
          <a:xfrm>
            <a:off x="6589586" y="4023141"/>
            <a:ext cx="772106" cy="772125"/>
          </a:xfrm>
          <a:custGeom>
            <a:avLst/>
            <a:gdLst/>
            <a:ahLst/>
            <a:cxnLst/>
            <a:rect l="l" t="t" r="r" b="b"/>
            <a:pathLst>
              <a:path w="772106" h="772125">
                <a:moveTo>
                  <a:pt x="0" y="0"/>
                </a:moveTo>
                <a:lnTo>
                  <a:pt x="772106" y="0"/>
                </a:lnTo>
                <a:lnTo>
                  <a:pt x="772106" y="772125"/>
                </a:lnTo>
                <a:lnTo>
                  <a:pt x="0" y="772125"/>
                </a:lnTo>
                <a:lnTo>
                  <a:pt x="0" y="0"/>
                </a:lnTo>
                <a:close/>
              </a:path>
            </a:pathLst>
          </a:custGeom>
          <a:blipFill>
            <a:blip>
              <a:extLst>
                <a:ext uri="{96DAC541-7B7A-43D3-8B79-37D633B846F1}">
                  <asvg:svgBlip xmlns:asvg="http://schemas.microsoft.com/office/drawing/2016/SVG/main" r:embed="rId3"/>
                </a:ext>
              </a:extLst>
            </a:blip>
            <a:stretch>
              <a:fillRect t="-4267" b="-4267"/>
            </a:stretch>
          </a:blipFill>
        </p:spPr>
      </p:sp>
      <p:sp>
        <p:nvSpPr>
          <p:cNvPr id="11" name="TextBox 11"/>
          <p:cNvSpPr txBox="1"/>
          <p:nvPr/>
        </p:nvSpPr>
        <p:spPr>
          <a:xfrm>
            <a:off x="6589586" y="5162283"/>
            <a:ext cx="5122669" cy="473326"/>
          </a:xfrm>
          <a:prstGeom prst="rect">
            <a:avLst/>
          </a:prstGeom>
        </p:spPr>
        <p:txBody>
          <a:bodyPr lIns="0" tIns="0" rIns="0" bIns="0" rtlCol="0" anchor="t">
            <a:spAutoFit/>
          </a:bodyPr>
          <a:lstStyle/>
          <a:p>
            <a:pPr algn="l">
              <a:lnSpc>
                <a:spcPts val="3559"/>
              </a:lnSpc>
            </a:pPr>
            <a:r>
              <a:rPr lang="en-US" sz="2852">
                <a:solidFill>
                  <a:srgbClr val="D6E5EF"/>
                </a:solidFill>
                <a:latin typeface="Lora"/>
                <a:ea typeface="Lora"/>
                <a:cs typeface="Lora"/>
                <a:sym typeface="Lora"/>
              </a:rPr>
              <a:t>Food Support</a:t>
            </a:r>
          </a:p>
        </p:txBody>
      </p:sp>
      <p:sp>
        <p:nvSpPr>
          <p:cNvPr id="12" name="TextBox 12"/>
          <p:cNvSpPr txBox="1"/>
          <p:nvPr/>
        </p:nvSpPr>
        <p:spPr>
          <a:xfrm>
            <a:off x="6589586" y="5725649"/>
            <a:ext cx="5122669" cy="2072040"/>
          </a:xfrm>
          <a:prstGeom prst="rect">
            <a:avLst/>
          </a:prstGeom>
        </p:spPr>
        <p:txBody>
          <a:bodyPr lIns="0" tIns="0" rIns="0" bIns="0" rtlCol="0" anchor="t">
            <a:spAutoFit/>
          </a:bodyPr>
          <a:lstStyle/>
          <a:p>
            <a:pPr algn="l">
              <a:lnSpc>
                <a:spcPts val="3833"/>
              </a:lnSpc>
            </a:pPr>
            <a:r>
              <a:rPr lang="en-US" sz="2401">
                <a:solidFill>
                  <a:srgbClr val="D6E5EF"/>
                </a:solidFill>
                <a:latin typeface="Source Sans 3"/>
                <a:ea typeface="Source Sans 3"/>
                <a:cs typeface="Source Sans 3"/>
                <a:sym typeface="Source Sans 3"/>
              </a:rPr>
              <a:t>Regular food distribution ensuring that no member of the community goes hungry, with a focus on nutritious meals.</a:t>
            </a:r>
          </a:p>
        </p:txBody>
      </p:sp>
      <p:sp>
        <p:nvSpPr>
          <p:cNvPr id="13" name="Freeform 13" descr="preencoded.png"/>
          <p:cNvSpPr/>
          <p:nvPr/>
        </p:nvSpPr>
        <p:spPr>
          <a:xfrm>
            <a:off x="12098312" y="4023141"/>
            <a:ext cx="772106" cy="772125"/>
          </a:xfrm>
          <a:custGeom>
            <a:avLst/>
            <a:gdLst/>
            <a:ahLst/>
            <a:cxnLst/>
            <a:rect l="l" t="t" r="r" b="b"/>
            <a:pathLst>
              <a:path w="772106" h="772125">
                <a:moveTo>
                  <a:pt x="0" y="0"/>
                </a:moveTo>
                <a:lnTo>
                  <a:pt x="772106" y="0"/>
                </a:lnTo>
                <a:lnTo>
                  <a:pt x="772106" y="772125"/>
                </a:lnTo>
                <a:lnTo>
                  <a:pt x="0" y="772125"/>
                </a:lnTo>
                <a:lnTo>
                  <a:pt x="0" y="0"/>
                </a:lnTo>
                <a:close/>
              </a:path>
            </a:pathLst>
          </a:custGeom>
          <a:blipFill>
            <a:blip>
              <a:extLst>
                <a:ext uri="{96DAC541-7B7A-43D3-8B79-37D633B846F1}">
                  <asvg:svgBlip xmlns:asvg="http://schemas.microsoft.com/office/drawing/2016/SVG/main" r:embed="rId4"/>
                </a:ext>
              </a:extLst>
            </a:blip>
            <a:stretch>
              <a:fillRect l="-13415" r="-13417"/>
            </a:stretch>
          </a:blipFill>
        </p:spPr>
      </p:sp>
      <p:sp>
        <p:nvSpPr>
          <p:cNvPr id="14" name="TextBox 14"/>
          <p:cNvSpPr txBox="1"/>
          <p:nvPr/>
        </p:nvSpPr>
        <p:spPr>
          <a:xfrm>
            <a:off x="12098312" y="5162283"/>
            <a:ext cx="5122669" cy="473326"/>
          </a:xfrm>
          <a:prstGeom prst="rect">
            <a:avLst/>
          </a:prstGeom>
        </p:spPr>
        <p:txBody>
          <a:bodyPr lIns="0" tIns="0" rIns="0" bIns="0" rtlCol="0" anchor="t">
            <a:spAutoFit/>
          </a:bodyPr>
          <a:lstStyle/>
          <a:p>
            <a:pPr algn="l">
              <a:lnSpc>
                <a:spcPts val="3559"/>
              </a:lnSpc>
            </a:pPr>
            <a:r>
              <a:rPr lang="en-US" sz="2852">
                <a:solidFill>
                  <a:srgbClr val="D6E5EF"/>
                </a:solidFill>
                <a:latin typeface="Lora"/>
                <a:ea typeface="Lora"/>
                <a:cs typeface="Lora"/>
                <a:sym typeface="Lora"/>
              </a:rPr>
              <a:t>Animal Welfare</a:t>
            </a:r>
          </a:p>
        </p:txBody>
      </p:sp>
      <p:sp>
        <p:nvSpPr>
          <p:cNvPr id="15" name="TextBox 15"/>
          <p:cNvSpPr txBox="1"/>
          <p:nvPr/>
        </p:nvSpPr>
        <p:spPr>
          <a:xfrm>
            <a:off x="12098312" y="5725649"/>
            <a:ext cx="5122669" cy="2072040"/>
          </a:xfrm>
          <a:prstGeom prst="rect">
            <a:avLst/>
          </a:prstGeom>
        </p:spPr>
        <p:txBody>
          <a:bodyPr lIns="0" tIns="0" rIns="0" bIns="0" rtlCol="0" anchor="t">
            <a:spAutoFit/>
          </a:bodyPr>
          <a:lstStyle/>
          <a:p>
            <a:pPr algn="l">
              <a:lnSpc>
                <a:spcPts val="3833"/>
              </a:lnSpc>
            </a:pPr>
            <a:r>
              <a:rPr lang="en-US" sz="2401">
                <a:solidFill>
                  <a:srgbClr val="D6E5EF"/>
                </a:solidFill>
                <a:latin typeface="Source Sans 3"/>
                <a:ea typeface="Source Sans 3"/>
                <a:cs typeface="Source Sans 3"/>
                <a:sym typeface="Source Sans 3"/>
              </a:rPr>
              <a:t>Caring for animals through a dedicated dairy farm that supports both the Trust's operations and the local community.</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0"/>
            <a:ext cx="18301840" cy="10295039"/>
            <a:chOff x="0" y="0"/>
            <a:chExt cx="24402453" cy="13726719"/>
          </a:xfrm>
        </p:grpSpPr>
        <p:sp>
          <p:nvSpPr>
            <p:cNvPr id="3" name="Freeform 3"/>
            <p:cNvSpPr/>
            <p:nvPr/>
          </p:nvSpPr>
          <p:spPr>
            <a:xfrm>
              <a:off x="0" y="0"/>
              <a:ext cx="24402414" cy="13726668"/>
            </a:xfrm>
            <a:custGeom>
              <a:avLst/>
              <a:gdLst/>
              <a:ahLst/>
              <a:cxnLst/>
              <a:rect l="l" t="t" r="r" b="b"/>
              <a:pathLst>
                <a:path w="24402414" h="13726668">
                  <a:moveTo>
                    <a:pt x="0" y="0"/>
                  </a:moveTo>
                  <a:lnTo>
                    <a:pt x="24402414" y="0"/>
                  </a:lnTo>
                  <a:lnTo>
                    <a:pt x="24402414" y="13726668"/>
                  </a:lnTo>
                  <a:lnTo>
                    <a:pt x="0" y="13726668"/>
                  </a:lnTo>
                  <a:close/>
                </a:path>
              </a:pathLst>
            </a:custGeom>
            <a:solidFill>
              <a:srgbClr val="181A24"/>
            </a:solidFill>
          </p:spPr>
        </p:sp>
      </p:grpSp>
      <p:grpSp>
        <p:nvGrpSpPr>
          <p:cNvPr id="4" name="Group 4"/>
          <p:cNvGrpSpPr/>
          <p:nvPr/>
        </p:nvGrpSpPr>
        <p:grpSpPr>
          <a:xfrm>
            <a:off x="0" y="0"/>
            <a:ext cx="18301840" cy="10295039"/>
            <a:chOff x="0" y="0"/>
            <a:chExt cx="24402453" cy="13726719"/>
          </a:xfrm>
        </p:grpSpPr>
        <p:sp>
          <p:nvSpPr>
            <p:cNvPr id="5" name="Freeform 5"/>
            <p:cNvSpPr/>
            <p:nvPr/>
          </p:nvSpPr>
          <p:spPr>
            <a:xfrm>
              <a:off x="0" y="0"/>
              <a:ext cx="24402414" cy="13726668"/>
            </a:xfrm>
            <a:custGeom>
              <a:avLst/>
              <a:gdLst/>
              <a:ahLst/>
              <a:cxnLst/>
              <a:rect l="l" t="t" r="r" b="b"/>
              <a:pathLst>
                <a:path w="24402414" h="13726668">
                  <a:moveTo>
                    <a:pt x="0" y="0"/>
                  </a:moveTo>
                  <a:lnTo>
                    <a:pt x="24402414" y="0"/>
                  </a:lnTo>
                  <a:lnTo>
                    <a:pt x="24402414" y="13726668"/>
                  </a:lnTo>
                  <a:lnTo>
                    <a:pt x="0" y="13726668"/>
                  </a:lnTo>
                  <a:close/>
                </a:path>
              </a:pathLst>
            </a:custGeom>
            <a:solidFill>
              <a:srgbClr val="252833"/>
            </a:solidFill>
          </p:spPr>
        </p:sp>
      </p:grpSp>
      <p:sp>
        <p:nvSpPr>
          <p:cNvPr id="6" name="TextBox 6"/>
          <p:cNvSpPr txBox="1"/>
          <p:nvPr/>
        </p:nvSpPr>
        <p:spPr>
          <a:xfrm>
            <a:off x="1080859" y="2769946"/>
            <a:ext cx="16140112" cy="936841"/>
          </a:xfrm>
          <a:prstGeom prst="rect">
            <a:avLst/>
          </a:prstGeom>
        </p:spPr>
        <p:txBody>
          <a:bodyPr lIns="0" tIns="0" rIns="0" bIns="0" rtlCol="0" anchor="t">
            <a:spAutoFit/>
          </a:bodyPr>
          <a:lstStyle/>
          <a:p>
            <a:pPr algn="l">
              <a:lnSpc>
                <a:spcPts val="7119"/>
              </a:lnSpc>
            </a:pPr>
            <a:r>
              <a:rPr lang="en-US" sz="5704">
                <a:solidFill>
                  <a:srgbClr val="F98AC7"/>
                </a:solidFill>
                <a:latin typeface="Lora"/>
                <a:ea typeface="Lora"/>
                <a:cs typeface="Lora"/>
                <a:sym typeface="Lora"/>
              </a:rPr>
              <a:t>Key Learnings from the Internship</a:t>
            </a:r>
          </a:p>
        </p:txBody>
      </p:sp>
      <p:sp>
        <p:nvSpPr>
          <p:cNvPr id="7" name="TextBox 7"/>
          <p:cNvSpPr txBox="1"/>
          <p:nvPr/>
        </p:nvSpPr>
        <p:spPr>
          <a:xfrm>
            <a:off x="1080859" y="4459710"/>
            <a:ext cx="7693390" cy="473326"/>
          </a:xfrm>
          <a:prstGeom prst="rect">
            <a:avLst/>
          </a:prstGeom>
        </p:spPr>
        <p:txBody>
          <a:bodyPr lIns="0" tIns="0" rIns="0" bIns="0" rtlCol="0" anchor="t">
            <a:spAutoFit/>
          </a:bodyPr>
          <a:lstStyle/>
          <a:p>
            <a:pPr algn="l">
              <a:lnSpc>
                <a:spcPts val="3559"/>
              </a:lnSpc>
            </a:pPr>
            <a:r>
              <a:rPr lang="en-US" sz="2852">
                <a:solidFill>
                  <a:srgbClr val="F98AC7"/>
                </a:solidFill>
                <a:latin typeface="Lora"/>
                <a:ea typeface="Lora"/>
                <a:cs typeface="Lora"/>
                <a:sym typeface="Lora"/>
              </a:rPr>
              <a:t>Understanding NGO Operations</a:t>
            </a:r>
          </a:p>
        </p:txBody>
      </p:sp>
      <p:sp>
        <p:nvSpPr>
          <p:cNvPr id="8" name="TextBox 8"/>
          <p:cNvSpPr txBox="1"/>
          <p:nvPr/>
        </p:nvSpPr>
        <p:spPr>
          <a:xfrm>
            <a:off x="1080859" y="5146548"/>
            <a:ext cx="7693390" cy="2072040"/>
          </a:xfrm>
          <a:prstGeom prst="rect">
            <a:avLst/>
          </a:prstGeom>
        </p:spPr>
        <p:txBody>
          <a:bodyPr lIns="0" tIns="0" rIns="0" bIns="0" rtlCol="0" anchor="t">
            <a:spAutoFit/>
          </a:bodyPr>
          <a:lstStyle/>
          <a:p>
            <a:pPr algn="l">
              <a:lnSpc>
                <a:spcPts val="3833"/>
              </a:lnSpc>
            </a:pPr>
            <a:r>
              <a:rPr lang="en-US" sz="2401">
                <a:solidFill>
                  <a:srgbClr val="D6E5EF"/>
                </a:solidFill>
                <a:latin typeface="Source Sans 3"/>
                <a:ea typeface="Source Sans 3"/>
                <a:cs typeface="Source Sans 3"/>
                <a:sym typeface="Source Sans 3"/>
              </a:rPr>
              <a:t>The internship provided a deep understanding of how a grassroots NGO like Shri Ram Darbar Trust operates — from resource management and volunteer coordination to program delivery and community outreach.</a:t>
            </a:r>
          </a:p>
        </p:txBody>
      </p:sp>
      <p:grpSp>
        <p:nvGrpSpPr>
          <p:cNvPr id="9" name="Group 9"/>
          <p:cNvGrpSpPr/>
          <p:nvPr/>
        </p:nvGrpSpPr>
        <p:grpSpPr>
          <a:xfrm>
            <a:off x="9314755" y="4169997"/>
            <a:ext cx="8138122" cy="3326530"/>
            <a:chOff x="0" y="0"/>
            <a:chExt cx="10850829" cy="4435373"/>
          </a:xfrm>
        </p:grpSpPr>
        <p:sp>
          <p:nvSpPr>
            <p:cNvPr id="10" name="Freeform 10"/>
            <p:cNvSpPr/>
            <p:nvPr/>
          </p:nvSpPr>
          <p:spPr>
            <a:xfrm>
              <a:off x="0" y="0"/>
              <a:ext cx="10850753" cy="4435348"/>
            </a:xfrm>
            <a:custGeom>
              <a:avLst/>
              <a:gdLst/>
              <a:ahLst/>
              <a:cxnLst/>
              <a:rect l="l" t="t" r="r" b="b"/>
              <a:pathLst>
                <a:path w="10850753" h="4435348">
                  <a:moveTo>
                    <a:pt x="0" y="61722"/>
                  </a:moveTo>
                  <a:cubicBezTo>
                    <a:pt x="0" y="27686"/>
                    <a:pt x="27686" y="0"/>
                    <a:pt x="61722" y="0"/>
                  </a:cubicBezTo>
                  <a:lnTo>
                    <a:pt x="10789031" y="0"/>
                  </a:lnTo>
                  <a:cubicBezTo>
                    <a:pt x="10823194" y="0"/>
                    <a:pt x="10850753" y="27686"/>
                    <a:pt x="10850753" y="61722"/>
                  </a:cubicBezTo>
                  <a:lnTo>
                    <a:pt x="10850753" y="4373626"/>
                  </a:lnTo>
                  <a:cubicBezTo>
                    <a:pt x="10850753" y="4407789"/>
                    <a:pt x="10823067" y="4435348"/>
                    <a:pt x="10789031" y="4435348"/>
                  </a:cubicBezTo>
                  <a:lnTo>
                    <a:pt x="61722" y="4435348"/>
                  </a:lnTo>
                  <a:cubicBezTo>
                    <a:pt x="27559" y="4435348"/>
                    <a:pt x="0" y="4407662"/>
                    <a:pt x="0" y="4373626"/>
                  </a:cubicBezTo>
                  <a:close/>
                </a:path>
              </a:pathLst>
            </a:custGeom>
            <a:solidFill>
              <a:srgbClr val="F98AC7"/>
            </a:solidFill>
          </p:spPr>
        </p:sp>
      </p:grpSp>
      <p:sp>
        <p:nvSpPr>
          <p:cNvPr id="11" name="TextBox 11"/>
          <p:cNvSpPr txBox="1"/>
          <p:nvPr/>
        </p:nvSpPr>
        <p:spPr>
          <a:xfrm>
            <a:off x="9623508" y="4459710"/>
            <a:ext cx="7520616" cy="473326"/>
          </a:xfrm>
          <a:prstGeom prst="rect">
            <a:avLst/>
          </a:prstGeom>
        </p:spPr>
        <p:txBody>
          <a:bodyPr lIns="0" tIns="0" rIns="0" bIns="0" rtlCol="0" anchor="t">
            <a:spAutoFit/>
          </a:bodyPr>
          <a:lstStyle/>
          <a:p>
            <a:pPr algn="l">
              <a:lnSpc>
                <a:spcPts val="3559"/>
              </a:lnSpc>
            </a:pPr>
            <a:r>
              <a:rPr lang="en-US" sz="2852">
                <a:solidFill>
                  <a:srgbClr val="000000"/>
                </a:solidFill>
                <a:latin typeface="Lora"/>
                <a:ea typeface="Lora"/>
                <a:cs typeface="Lora"/>
                <a:sym typeface="Lora"/>
              </a:rPr>
              <a:t>Real-World Research Experience</a:t>
            </a:r>
          </a:p>
        </p:txBody>
      </p:sp>
      <p:sp>
        <p:nvSpPr>
          <p:cNvPr id="12" name="TextBox 12"/>
          <p:cNvSpPr txBox="1"/>
          <p:nvPr/>
        </p:nvSpPr>
        <p:spPr>
          <a:xfrm>
            <a:off x="9623508" y="5146548"/>
            <a:ext cx="7520616" cy="2072040"/>
          </a:xfrm>
          <a:prstGeom prst="rect">
            <a:avLst/>
          </a:prstGeom>
        </p:spPr>
        <p:txBody>
          <a:bodyPr lIns="0" tIns="0" rIns="0" bIns="0" rtlCol="0" anchor="t">
            <a:spAutoFit/>
          </a:bodyPr>
          <a:lstStyle/>
          <a:p>
            <a:pPr algn="l">
              <a:lnSpc>
                <a:spcPts val="3833"/>
              </a:lnSpc>
            </a:pPr>
            <a:r>
              <a:rPr lang="en-US" sz="2401">
                <a:solidFill>
                  <a:srgbClr val="000000"/>
                </a:solidFill>
                <a:latin typeface="Source Sans 3"/>
                <a:ea typeface="Source Sans 3"/>
                <a:cs typeface="Source Sans 3"/>
                <a:sym typeface="Source Sans 3"/>
              </a:rPr>
              <a:t>By telling them and seeing all the stuff, the Research Intern gained practical, on-the-ground experience that goes beyond textbook knowledge — observing the challenges and rewards of community service work firsthand.</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0"/>
            <a:ext cx="18301840" cy="10295039"/>
            <a:chOff x="0" y="0"/>
            <a:chExt cx="24402453" cy="13726719"/>
          </a:xfrm>
        </p:grpSpPr>
        <p:sp>
          <p:nvSpPr>
            <p:cNvPr id="3" name="Freeform 3"/>
            <p:cNvSpPr/>
            <p:nvPr/>
          </p:nvSpPr>
          <p:spPr>
            <a:xfrm>
              <a:off x="0" y="0"/>
              <a:ext cx="24402414" cy="13726668"/>
            </a:xfrm>
            <a:custGeom>
              <a:avLst/>
              <a:gdLst/>
              <a:ahLst/>
              <a:cxnLst/>
              <a:rect l="l" t="t" r="r" b="b"/>
              <a:pathLst>
                <a:path w="24402414" h="13726668">
                  <a:moveTo>
                    <a:pt x="0" y="0"/>
                  </a:moveTo>
                  <a:lnTo>
                    <a:pt x="24402414" y="0"/>
                  </a:lnTo>
                  <a:lnTo>
                    <a:pt x="24402414" y="13726668"/>
                  </a:lnTo>
                  <a:lnTo>
                    <a:pt x="0" y="13726668"/>
                  </a:lnTo>
                  <a:close/>
                </a:path>
              </a:pathLst>
            </a:custGeom>
            <a:solidFill>
              <a:srgbClr val="181A24"/>
            </a:solidFill>
          </p:spPr>
        </p:sp>
      </p:grpSp>
      <p:grpSp>
        <p:nvGrpSpPr>
          <p:cNvPr id="4" name="Group 4"/>
          <p:cNvGrpSpPr/>
          <p:nvPr/>
        </p:nvGrpSpPr>
        <p:grpSpPr>
          <a:xfrm>
            <a:off x="0" y="0"/>
            <a:ext cx="18301840" cy="10295039"/>
            <a:chOff x="0" y="0"/>
            <a:chExt cx="24402453" cy="13726719"/>
          </a:xfrm>
        </p:grpSpPr>
        <p:sp>
          <p:nvSpPr>
            <p:cNvPr id="5" name="Freeform 5"/>
            <p:cNvSpPr/>
            <p:nvPr/>
          </p:nvSpPr>
          <p:spPr>
            <a:xfrm>
              <a:off x="0" y="0"/>
              <a:ext cx="24402414" cy="13726668"/>
            </a:xfrm>
            <a:custGeom>
              <a:avLst/>
              <a:gdLst/>
              <a:ahLst/>
              <a:cxnLst/>
              <a:rect l="l" t="t" r="r" b="b"/>
              <a:pathLst>
                <a:path w="24402414" h="13726668">
                  <a:moveTo>
                    <a:pt x="0" y="0"/>
                  </a:moveTo>
                  <a:lnTo>
                    <a:pt x="24402414" y="0"/>
                  </a:lnTo>
                  <a:lnTo>
                    <a:pt x="24402414" y="13726668"/>
                  </a:lnTo>
                  <a:lnTo>
                    <a:pt x="0" y="13726668"/>
                  </a:lnTo>
                  <a:close/>
                </a:path>
              </a:pathLst>
            </a:custGeom>
            <a:solidFill>
              <a:srgbClr val="252833"/>
            </a:solidFill>
          </p:spPr>
        </p:sp>
      </p:grpSp>
      <p:sp>
        <p:nvSpPr>
          <p:cNvPr id="6" name="TextBox 6"/>
          <p:cNvSpPr txBox="1"/>
          <p:nvPr/>
        </p:nvSpPr>
        <p:spPr>
          <a:xfrm>
            <a:off x="1080859" y="1908448"/>
            <a:ext cx="16140112" cy="936841"/>
          </a:xfrm>
          <a:prstGeom prst="rect">
            <a:avLst/>
          </a:prstGeom>
        </p:spPr>
        <p:txBody>
          <a:bodyPr lIns="0" tIns="0" rIns="0" bIns="0" rtlCol="0" anchor="t">
            <a:spAutoFit/>
          </a:bodyPr>
          <a:lstStyle/>
          <a:p>
            <a:pPr algn="l">
              <a:lnSpc>
                <a:spcPts val="7119"/>
              </a:lnSpc>
            </a:pPr>
            <a:r>
              <a:rPr lang="en-US" sz="5704">
                <a:solidFill>
                  <a:srgbClr val="F98AC7"/>
                </a:solidFill>
                <a:latin typeface="Lora"/>
                <a:ea typeface="Lora"/>
                <a:cs typeface="Lora"/>
                <a:sym typeface="Lora"/>
              </a:rPr>
              <a:t>Conclusion</a:t>
            </a:r>
          </a:p>
        </p:txBody>
      </p:sp>
      <p:sp>
        <p:nvSpPr>
          <p:cNvPr id="7" name="TextBox 7"/>
          <p:cNvSpPr txBox="1"/>
          <p:nvPr/>
        </p:nvSpPr>
        <p:spPr>
          <a:xfrm>
            <a:off x="1080859" y="3367707"/>
            <a:ext cx="16140112" cy="2913574"/>
          </a:xfrm>
          <a:prstGeom prst="rect">
            <a:avLst/>
          </a:prstGeom>
        </p:spPr>
        <p:txBody>
          <a:bodyPr lIns="0" tIns="0" rIns="0" bIns="0" rtlCol="0" anchor="t">
            <a:spAutoFit/>
          </a:bodyPr>
          <a:lstStyle/>
          <a:p>
            <a:pPr algn="l">
              <a:lnSpc>
                <a:spcPts val="3833"/>
              </a:lnSpc>
            </a:pPr>
            <a:r>
              <a:rPr lang="en-US" sz="2401">
                <a:solidFill>
                  <a:srgbClr val="D6E5EF"/>
                </a:solidFill>
                <a:latin typeface="Source Sans 3"/>
                <a:ea typeface="Source Sans 3"/>
                <a:cs typeface="Source Sans 3"/>
                <a:sym typeface="Source Sans 3"/>
              </a:rPr>
              <a:t>Shri Ram Darbar Trust, Muzaffarnagar, stands as a beacon of hope and compassion in the community. Through its dedicated efforts in providing clothes, blankets, and food to those in need, and through its commitment to animal care via its dairy farm, the Trust demonstrates what it means to serve with heart and purpose.</a:t>
            </a:r>
          </a:p>
          <a:p>
            <a:pPr algn="l">
              <a:lnSpc>
                <a:spcPts val="3833"/>
              </a:lnSpc>
            </a:pPr>
            <a:r>
              <a:rPr lang="en-US" sz="2401">
                <a:solidFill>
                  <a:srgbClr val="D6E5EF"/>
                </a:solidFill>
                <a:latin typeface="Source Sans 3"/>
                <a:ea typeface="Source Sans 3"/>
                <a:cs typeface="Source Sans 3"/>
                <a:sym typeface="Source Sans 3"/>
              </a:rPr>
              <a:t>This internship offered a valuable opportunity to witness and document this meaningful work — contributing to a deeper understanding of grassroots social impact and the power of community-driven change.</a:t>
            </a:r>
          </a:p>
        </p:txBody>
      </p:sp>
      <p:grpSp>
        <p:nvGrpSpPr>
          <p:cNvPr id="8" name="Group 8"/>
          <p:cNvGrpSpPr/>
          <p:nvPr/>
        </p:nvGrpSpPr>
        <p:grpSpPr>
          <a:xfrm>
            <a:off x="1080859" y="6628628"/>
            <a:ext cx="16140112" cy="1729397"/>
            <a:chOff x="0" y="0"/>
            <a:chExt cx="21520150" cy="2305863"/>
          </a:xfrm>
        </p:grpSpPr>
        <p:sp>
          <p:nvSpPr>
            <p:cNvPr id="9" name="Freeform 9"/>
            <p:cNvSpPr/>
            <p:nvPr/>
          </p:nvSpPr>
          <p:spPr>
            <a:xfrm>
              <a:off x="0" y="0"/>
              <a:ext cx="21520150" cy="2305812"/>
            </a:xfrm>
            <a:custGeom>
              <a:avLst/>
              <a:gdLst/>
              <a:ahLst/>
              <a:cxnLst/>
              <a:rect l="l" t="t" r="r" b="b"/>
              <a:pathLst>
                <a:path w="21520150" h="2305812">
                  <a:moveTo>
                    <a:pt x="0" y="61722"/>
                  </a:moveTo>
                  <a:cubicBezTo>
                    <a:pt x="0" y="27686"/>
                    <a:pt x="27686" y="0"/>
                    <a:pt x="61722" y="0"/>
                  </a:cubicBezTo>
                  <a:lnTo>
                    <a:pt x="21458428" y="0"/>
                  </a:lnTo>
                  <a:cubicBezTo>
                    <a:pt x="21492592" y="0"/>
                    <a:pt x="21520150" y="27686"/>
                    <a:pt x="21520150" y="61722"/>
                  </a:cubicBezTo>
                  <a:lnTo>
                    <a:pt x="21520150" y="2244090"/>
                  </a:lnTo>
                  <a:cubicBezTo>
                    <a:pt x="21520150" y="2278253"/>
                    <a:pt x="21492465" y="2305812"/>
                    <a:pt x="21458428" y="2305812"/>
                  </a:cubicBezTo>
                  <a:lnTo>
                    <a:pt x="61722" y="2305812"/>
                  </a:lnTo>
                  <a:cubicBezTo>
                    <a:pt x="27559" y="2305812"/>
                    <a:pt x="0" y="2278126"/>
                    <a:pt x="0" y="2244090"/>
                  </a:cubicBezTo>
                  <a:close/>
                </a:path>
              </a:pathLst>
            </a:custGeom>
            <a:solidFill>
              <a:srgbClr val="790645"/>
            </a:solidFill>
          </p:spPr>
        </p:sp>
      </p:grpSp>
      <p:grpSp>
        <p:nvGrpSpPr>
          <p:cNvPr id="10" name="Group 10"/>
          <p:cNvGrpSpPr/>
          <p:nvPr/>
        </p:nvGrpSpPr>
        <p:grpSpPr>
          <a:xfrm>
            <a:off x="1389621" y="7068455"/>
            <a:ext cx="386058" cy="308762"/>
            <a:chOff x="0" y="0"/>
            <a:chExt cx="514744" cy="411683"/>
          </a:xfrm>
        </p:grpSpPr>
        <p:sp>
          <p:nvSpPr>
            <p:cNvPr id="11" name="Freeform 11" descr="preencoded.png"/>
            <p:cNvSpPr/>
            <p:nvPr/>
          </p:nvSpPr>
          <p:spPr>
            <a:xfrm>
              <a:off x="0" y="0"/>
              <a:ext cx="514731" cy="411734"/>
            </a:xfrm>
            <a:custGeom>
              <a:avLst/>
              <a:gdLst/>
              <a:ahLst/>
              <a:cxnLst/>
              <a:rect l="l" t="t" r="r" b="b"/>
              <a:pathLst>
                <a:path w="514731" h="411734">
                  <a:moveTo>
                    <a:pt x="0" y="0"/>
                  </a:moveTo>
                  <a:lnTo>
                    <a:pt x="514731" y="0"/>
                  </a:lnTo>
                  <a:lnTo>
                    <a:pt x="514731" y="411734"/>
                  </a:lnTo>
                  <a:lnTo>
                    <a:pt x="0" y="411734"/>
                  </a:lnTo>
                  <a:lnTo>
                    <a:pt x="0" y="0"/>
                  </a:lnTo>
                  <a:close/>
                </a:path>
              </a:pathLst>
            </a:custGeom>
            <a:blipFill>
              <a:blip r:embed="rId2"/>
              <a:stretch>
                <a:fillRect t="-317" r="-2" b="-305"/>
              </a:stretch>
            </a:blipFill>
          </p:spPr>
        </p:sp>
      </p:grpSp>
      <p:sp>
        <p:nvSpPr>
          <p:cNvPr id="12" name="TextBox 12"/>
          <p:cNvSpPr txBox="1"/>
          <p:nvPr/>
        </p:nvSpPr>
        <p:spPr>
          <a:xfrm>
            <a:off x="2084422" y="6919293"/>
            <a:ext cx="14827796" cy="1083650"/>
          </a:xfrm>
          <a:prstGeom prst="rect">
            <a:avLst/>
          </a:prstGeom>
        </p:spPr>
        <p:txBody>
          <a:bodyPr lIns="0" tIns="0" rIns="0" bIns="0" rtlCol="0" anchor="t">
            <a:spAutoFit/>
          </a:bodyPr>
          <a:lstStyle/>
          <a:p>
            <a:pPr algn="l">
              <a:lnSpc>
                <a:spcPts val="3833"/>
              </a:lnSpc>
            </a:pPr>
            <a:r>
              <a:rPr lang="en-US" sz="2401">
                <a:solidFill>
                  <a:srgbClr val="FFFFFF"/>
                </a:solidFill>
                <a:latin typeface="Source Sans 3"/>
                <a:ea typeface="Source Sans 3"/>
                <a:cs typeface="Source Sans 3"/>
                <a:sym typeface="Source Sans 3"/>
              </a:rPr>
              <a:t>This presentation was created as part of the Research Internship at Shri Ram Darbar Trust, Muzaffarnagar — June 4, 2026 to July 5, 2026.</a:t>
            </a:r>
          </a:p>
        </p:txBody>
      </p:sp>
    </p:spTree>
  </p:cSld>
  <p:clrMapOvr>
    <a:masterClrMapping/>
  </p:clrMapOvr>
</p:sld>
</file>

<file path=ppt/theme/theme1.xml><?xml version="1.0" encoding="utf-8"?>
<a:theme xmlns:a="http://schemas.openxmlformats.org/drawingml/2006/main" name="Dark Gradient">
  <a:themeElements>
    <a:clrScheme name="Dark Gradient">
      <a:dk1>
        <a:sysClr val="windowText" lastClr="000000"/>
      </a:dk1>
      <a:lt1>
        <a:sysClr val="window" lastClr="FFFFFF"/>
      </a:lt1>
      <a:dk2>
        <a:srgbClr val="0B0C12"/>
      </a:dk2>
      <a:lt2>
        <a:srgbClr val="ECF0FB"/>
      </a:lt2>
      <a:accent1>
        <a:srgbClr val="4970FF"/>
      </a:accent1>
      <a:accent2>
        <a:srgbClr val="712ED5"/>
      </a:accent2>
      <a:accent3>
        <a:srgbClr val="00C4B6"/>
      </a:accent3>
      <a:accent4>
        <a:srgbClr val="3633D1"/>
      </a:accent4>
      <a:accent5>
        <a:srgbClr val="4AB1FE"/>
      </a:accent5>
      <a:accent6>
        <a:srgbClr val="9E2FD5"/>
      </a:accent6>
      <a:hlink>
        <a:srgbClr val="4970FF"/>
      </a:hlink>
      <a:folHlink>
        <a:srgbClr val="8E24FF"/>
      </a:folHlink>
    </a:clrScheme>
    <a:fontScheme name="Custom 53">
      <a:majorFont>
        <a:latin typeface="Arial Nova Light"/>
        <a:ea typeface=""/>
        <a:cs typeface=""/>
      </a:majorFont>
      <a:minorFont>
        <a:latin typeface="Arial Nova Ligh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Dark gradient" id="{E11C298A-C952-4C7C-AD82-FDE632A020A2}" vid="{C429265E-EED5-40F2-8F51-E02F8E47A731}"/>
    </a:ext>
  </a:extLst>
</a:theme>
</file>

<file path=docProps/app.xml><?xml version="1.0" encoding="utf-8"?>
<Properties xmlns="http://schemas.openxmlformats.org/officeDocument/2006/extended-properties" xmlns:vt="http://schemas.openxmlformats.org/officeDocument/2006/docPropsVTypes">
  <Template>Dark Gradient</Template>
  <TotalTime>20</TotalTime>
  <Words>900</Words>
  <Application>Microsoft Office PowerPoint</Application>
  <PresentationFormat>Custom</PresentationFormat>
  <Paragraphs>58</Paragraphs>
  <Slides>10</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10</vt:i4>
      </vt:variant>
    </vt:vector>
  </HeadingPairs>
  <TitlesOfParts>
    <vt:vector size="18" baseType="lpstr">
      <vt:lpstr>Arial Nova Light</vt:lpstr>
      <vt:lpstr>Lora</vt:lpstr>
      <vt:lpstr>Arial</vt:lpstr>
      <vt:lpstr>Source Sans 3</vt:lpstr>
      <vt:lpstr>Lora Bold</vt:lpstr>
      <vt:lpstr>Aptos</vt:lpstr>
      <vt:lpstr>Source Sans 3 Bold</vt:lpstr>
      <vt:lpstr>Dark Gradient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shivesh sharma</cp:lastModifiedBy>
  <cp:revision>2</cp:revision>
  <dcterms:created xsi:type="dcterms:W3CDTF">2006-08-16T00:00:00Z</dcterms:created>
  <dcterms:modified xsi:type="dcterms:W3CDTF">2026-08-28T09:38:40Z</dcterms:modified>
  <dc:identifier>DAHTd8pD9O4</dc:identifier>
</cp:coreProperties>
</file>